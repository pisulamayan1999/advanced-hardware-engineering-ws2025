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18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75428" autoAdjust="0"/>
  </p:normalViewPr>
  <p:slideViewPr>
    <p:cSldViewPr snapToGrid="0">
      <p:cViewPr varScale="1">
        <p:scale>
          <a:sx n="130" d="100"/>
          <a:sy n="130" d="100"/>
        </p:scale>
        <p:origin x="15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A5F4B8-0A96-4984-92F2-C539F506AEF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B7CC737-4876-4E8D-BAB0-D5B5CECD1BD5}">
      <dgm:prSet/>
      <dgm:spPr/>
      <dgm:t>
        <a:bodyPr/>
        <a:lstStyle/>
        <a:p>
          <a:r>
            <a:rPr lang="en-DE" b="0" i="0" baseline="0"/>
            <a:t>HDL → RTL-level, cycle-accurate</a:t>
          </a:r>
          <a:endParaRPr lang="en-US"/>
        </a:p>
      </dgm:t>
    </dgm:pt>
    <dgm:pt modelId="{92C14027-560C-45C6-A07E-D4E08913E350}" type="parTrans" cxnId="{09CA5D2C-54B5-49B0-A326-38037FF1F1A2}">
      <dgm:prSet/>
      <dgm:spPr/>
      <dgm:t>
        <a:bodyPr/>
        <a:lstStyle/>
        <a:p>
          <a:endParaRPr lang="en-US"/>
        </a:p>
      </dgm:t>
    </dgm:pt>
    <dgm:pt modelId="{83EBCFAB-47CD-493C-814E-7DA0DED4668C}" type="sibTrans" cxnId="{09CA5D2C-54B5-49B0-A326-38037FF1F1A2}">
      <dgm:prSet/>
      <dgm:spPr/>
      <dgm:t>
        <a:bodyPr/>
        <a:lstStyle/>
        <a:p>
          <a:endParaRPr lang="en-US"/>
        </a:p>
      </dgm:t>
    </dgm:pt>
    <dgm:pt modelId="{C2438A05-31FE-4CC2-A5BA-175387FFE88B}">
      <dgm:prSet/>
      <dgm:spPr/>
      <dgm:t>
        <a:bodyPr/>
        <a:lstStyle/>
        <a:p>
          <a:r>
            <a:rPr lang="en-DE" b="0" i="0" baseline="0"/>
            <a:t>HLS → algorithmic level</a:t>
          </a:r>
          <a:endParaRPr lang="en-US"/>
        </a:p>
      </dgm:t>
    </dgm:pt>
    <dgm:pt modelId="{667452A0-5E19-492F-8D81-EC5CAF77D796}" type="parTrans" cxnId="{C5FE39EC-26AC-4F74-9C97-1E26D8CCC144}">
      <dgm:prSet/>
      <dgm:spPr/>
      <dgm:t>
        <a:bodyPr/>
        <a:lstStyle/>
        <a:p>
          <a:endParaRPr lang="en-US"/>
        </a:p>
      </dgm:t>
    </dgm:pt>
    <dgm:pt modelId="{63CCFBBC-6B3E-48C8-9151-1609E45073F8}" type="sibTrans" cxnId="{C5FE39EC-26AC-4F74-9C97-1E26D8CCC144}">
      <dgm:prSet/>
      <dgm:spPr/>
      <dgm:t>
        <a:bodyPr/>
        <a:lstStyle/>
        <a:p>
          <a:endParaRPr lang="en-US"/>
        </a:p>
      </dgm:t>
    </dgm:pt>
    <dgm:pt modelId="{E09AE876-1E6E-421E-BF2D-902A354AD904}">
      <dgm:prSet/>
      <dgm:spPr/>
      <dgm:t>
        <a:bodyPr/>
        <a:lstStyle/>
        <a:p>
          <a:r>
            <a:rPr lang="en-DE" b="0" i="0" baseline="0"/>
            <a:t>Same final RTL output</a:t>
          </a:r>
          <a:endParaRPr lang="en-US"/>
        </a:p>
      </dgm:t>
    </dgm:pt>
    <dgm:pt modelId="{BB43D519-6DA3-4F9D-A7B8-FBDE2DB47B2D}" type="parTrans" cxnId="{2E2FAB49-44FA-44C1-B9D3-93DF4031A4DE}">
      <dgm:prSet/>
      <dgm:spPr/>
      <dgm:t>
        <a:bodyPr/>
        <a:lstStyle/>
        <a:p>
          <a:endParaRPr lang="en-US"/>
        </a:p>
      </dgm:t>
    </dgm:pt>
    <dgm:pt modelId="{9609E07A-F052-4CA1-B0D9-B1F68612207E}" type="sibTrans" cxnId="{2E2FAB49-44FA-44C1-B9D3-93DF4031A4DE}">
      <dgm:prSet/>
      <dgm:spPr/>
      <dgm:t>
        <a:bodyPr/>
        <a:lstStyle/>
        <a:p>
          <a:endParaRPr lang="en-US"/>
        </a:p>
      </dgm:t>
    </dgm:pt>
    <dgm:pt modelId="{DE5677AE-7BE3-4D8D-A172-D80EC9E7C06F}" type="pres">
      <dgm:prSet presAssocID="{1AA5F4B8-0A96-4984-92F2-C539F506AEF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9FF470-38BA-4902-89C9-663899C16793}" type="pres">
      <dgm:prSet presAssocID="{8B7CC737-4876-4E8D-BAB0-D5B5CECD1BD5}" presName="hierRoot1" presStyleCnt="0"/>
      <dgm:spPr/>
    </dgm:pt>
    <dgm:pt modelId="{9916023E-B94C-48B2-B05C-9B20FCB4EDC1}" type="pres">
      <dgm:prSet presAssocID="{8B7CC737-4876-4E8D-BAB0-D5B5CECD1BD5}" presName="composite" presStyleCnt="0"/>
      <dgm:spPr/>
    </dgm:pt>
    <dgm:pt modelId="{74D92CC0-9378-46ED-A15C-5B7B03048B0A}" type="pres">
      <dgm:prSet presAssocID="{8B7CC737-4876-4E8D-BAB0-D5B5CECD1BD5}" presName="background" presStyleLbl="node0" presStyleIdx="0" presStyleCnt="3"/>
      <dgm:spPr/>
    </dgm:pt>
    <dgm:pt modelId="{8C57E9EA-4FF3-4A46-AD58-ED505D653234}" type="pres">
      <dgm:prSet presAssocID="{8B7CC737-4876-4E8D-BAB0-D5B5CECD1BD5}" presName="text" presStyleLbl="fgAcc0" presStyleIdx="0" presStyleCnt="3">
        <dgm:presLayoutVars>
          <dgm:chPref val="3"/>
        </dgm:presLayoutVars>
      </dgm:prSet>
      <dgm:spPr/>
    </dgm:pt>
    <dgm:pt modelId="{ED2F9B7B-6737-49A8-A615-BEBE921F8655}" type="pres">
      <dgm:prSet presAssocID="{8B7CC737-4876-4E8D-BAB0-D5B5CECD1BD5}" presName="hierChild2" presStyleCnt="0"/>
      <dgm:spPr/>
    </dgm:pt>
    <dgm:pt modelId="{EDE18B8A-A096-4768-A187-0C83212ECDFD}" type="pres">
      <dgm:prSet presAssocID="{C2438A05-31FE-4CC2-A5BA-175387FFE88B}" presName="hierRoot1" presStyleCnt="0"/>
      <dgm:spPr/>
    </dgm:pt>
    <dgm:pt modelId="{2E5A3B72-2FBD-42EF-84F6-4595EF7F0740}" type="pres">
      <dgm:prSet presAssocID="{C2438A05-31FE-4CC2-A5BA-175387FFE88B}" presName="composite" presStyleCnt="0"/>
      <dgm:spPr/>
    </dgm:pt>
    <dgm:pt modelId="{7BF0E1E9-B413-438A-97AB-566FC38F0320}" type="pres">
      <dgm:prSet presAssocID="{C2438A05-31FE-4CC2-A5BA-175387FFE88B}" presName="background" presStyleLbl="node0" presStyleIdx="1" presStyleCnt="3"/>
      <dgm:spPr/>
    </dgm:pt>
    <dgm:pt modelId="{8B072D49-B592-43FD-B15F-C74BBDF4081C}" type="pres">
      <dgm:prSet presAssocID="{C2438A05-31FE-4CC2-A5BA-175387FFE88B}" presName="text" presStyleLbl="fgAcc0" presStyleIdx="1" presStyleCnt="3">
        <dgm:presLayoutVars>
          <dgm:chPref val="3"/>
        </dgm:presLayoutVars>
      </dgm:prSet>
      <dgm:spPr/>
    </dgm:pt>
    <dgm:pt modelId="{F6497A38-EE69-40FD-A8D1-71D51F05865D}" type="pres">
      <dgm:prSet presAssocID="{C2438A05-31FE-4CC2-A5BA-175387FFE88B}" presName="hierChild2" presStyleCnt="0"/>
      <dgm:spPr/>
    </dgm:pt>
    <dgm:pt modelId="{57CA6B0E-F6CA-4DA9-B7A8-9A7E33F130DC}" type="pres">
      <dgm:prSet presAssocID="{E09AE876-1E6E-421E-BF2D-902A354AD904}" presName="hierRoot1" presStyleCnt="0"/>
      <dgm:spPr/>
    </dgm:pt>
    <dgm:pt modelId="{A3D6D94F-048E-4372-8F08-035534E5E136}" type="pres">
      <dgm:prSet presAssocID="{E09AE876-1E6E-421E-BF2D-902A354AD904}" presName="composite" presStyleCnt="0"/>
      <dgm:spPr/>
    </dgm:pt>
    <dgm:pt modelId="{C01C4A68-44C6-4FE3-BB20-C578EA331C21}" type="pres">
      <dgm:prSet presAssocID="{E09AE876-1E6E-421E-BF2D-902A354AD904}" presName="background" presStyleLbl="node0" presStyleIdx="2" presStyleCnt="3"/>
      <dgm:spPr/>
    </dgm:pt>
    <dgm:pt modelId="{FC0EABE7-421A-4FF0-A0DF-2EBEAB08938F}" type="pres">
      <dgm:prSet presAssocID="{E09AE876-1E6E-421E-BF2D-902A354AD904}" presName="text" presStyleLbl="fgAcc0" presStyleIdx="2" presStyleCnt="3">
        <dgm:presLayoutVars>
          <dgm:chPref val="3"/>
        </dgm:presLayoutVars>
      </dgm:prSet>
      <dgm:spPr/>
    </dgm:pt>
    <dgm:pt modelId="{77F6332D-CEC4-4D22-993B-5AFE11075336}" type="pres">
      <dgm:prSet presAssocID="{E09AE876-1E6E-421E-BF2D-902A354AD904}" presName="hierChild2" presStyleCnt="0"/>
      <dgm:spPr/>
    </dgm:pt>
  </dgm:ptLst>
  <dgm:cxnLst>
    <dgm:cxn modelId="{09CA5D2C-54B5-49B0-A326-38037FF1F1A2}" srcId="{1AA5F4B8-0A96-4984-92F2-C539F506AEFE}" destId="{8B7CC737-4876-4E8D-BAB0-D5B5CECD1BD5}" srcOrd="0" destOrd="0" parTransId="{92C14027-560C-45C6-A07E-D4E08913E350}" sibTransId="{83EBCFAB-47CD-493C-814E-7DA0DED4668C}"/>
    <dgm:cxn modelId="{B7AB7540-68E2-4262-881B-C03A95AB3EDA}" type="presOf" srcId="{1AA5F4B8-0A96-4984-92F2-C539F506AEFE}" destId="{DE5677AE-7BE3-4D8D-A172-D80EC9E7C06F}" srcOrd="0" destOrd="0" presId="urn:microsoft.com/office/officeart/2005/8/layout/hierarchy1"/>
    <dgm:cxn modelId="{2E2FAB49-44FA-44C1-B9D3-93DF4031A4DE}" srcId="{1AA5F4B8-0A96-4984-92F2-C539F506AEFE}" destId="{E09AE876-1E6E-421E-BF2D-902A354AD904}" srcOrd="2" destOrd="0" parTransId="{BB43D519-6DA3-4F9D-A7B8-FBDE2DB47B2D}" sibTransId="{9609E07A-F052-4CA1-B0D9-B1F68612207E}"/>
    <dgm:cxn modelId="{1189F94C-3949-4F65-9910-66D1CB1D4988}" type="presOf" srcId="{C2438A05-31FE-4CC2-A5BA-175387FFE88B}" destId="{8B072D49-B592-43FD-B15F-C74BBDF4081C}" srcOrd="0" destOrd="0" presId="urn:microsoft.com/office/officeart/2005/8/layout/hierarchy1"/>
    <dgm:cxn modelId="{2365957F-D7B1-48AE-9149-F228D1B42E2C}" type="presOf" srcId="{E09AE876-1E6E-421E-BF2D-902A354AD904}" destId="{FC0EABE7-421A-4FF0-A0DF-2EBEAB08938F}" srcOrd="0" destOrd="0" presId="urn:microsoft.com/office/officeart/2005/8/layout/hierarchy1"/>
    <dgm:cxn modelId="{55A900D4-2388-42BF-ADFB-BCEE3C54B27D}" type="presOf" srcId="{8B7CC737-4876-4E8D-BAB0-D5B5CECD1BD5}" destId="{8C57E9EA-4FF3-4A46-AD58-ED505D653234}" srcOrd="0" destOrd="0" presId="urn:microsoft.com/office/officeart/2005/8/layout/hierarchy1"/>
    <dgm:cxn modelId="{C5FE39EC-26AC-4F74-9C97-1E26D8CCC144}" srcId="{1AA5F4B8-0A96-4984-92F2-C539F506AEFE}" destId="{C2438A05-31FE-4CC2-A5BA-175387FFE88B}" srcOrd="1" destOrd="0" parTransId="{667452A0-5E19-492F-8D81-EC5CAF77D796}" sibTransId="{63CCFBBC-6B3E-48C8-9151-1609E45073F8}"/>
    <dgm:cxn modelId="{26CC8A7A-657D-4FA1-8E76-892044CF18F6}" type="presParOf" srcId="{DE5677AE-7BE3-4D8D-A172-D80EC9E7C06F}" destId="{1D9FF470-38BA-4902-89C9-663899C16793}" srcOrd="0" destOrd="0" presId="urn:microsoft.com/office/officeart/2005/8/layout/hierarchy1"/>
    <dgm:cxn modelId="{3DC1D306-3099-4CC9-B9D6-9F23E1FE58D6}" type="presParOf" srcId="{1D9FF470-38BA-4902-89C9-663899C16793}" destId="{9916023E-B94C-48B2-B05C-9B20FCB4EDC1}" srcOrd="0" destOrd="0" presId="urn:microsoft.com/office/officeart/2005/8/layout/hierarchy1"/>
    <dgm:cxn modelId="{7170256C-F275-4D3A-A005-D6AD3EB75907}" type="presParOf" srcId="{9916023E-B94C-48B2-B05C-9B20FCB4EDC1}" destId="{74D92CC0-9378-46ED-A15C-5B7B03048B0A}" srcOrd="0" destOrd="0" presId="urn:microsoft.com/office/officeart/2005/8/layout/hierarchy1"/>
    <dgm:cxn modelId="{E3E90272-FE69-4C92-B0A0-3BFC000D9A4E}" type="presParOf" srcId="{9916023E-B94C-48B2-B05C-9B20FCB4EDC1}" destId="{8C57E9EA-4FF3-4A46-AD58-ED505D653234}" srcOrd="1" destOrd="0" presId="urn:microsoft.com/office/officeart/2005/8/layout/hierarchy1"/>
    <dgm:cxn modelId="{1FD751BF-5CB5-4BB1-BAFC-A9A4E8DF7387}" type="presParOf" srcId="{1D9FF470-38BA-4902-89C9-663899C16793}" destId="{ED2F9B7B-6737-49A8-A615-BEBE921F8655}" srcOrd="1" destOrd="0" presId="urn:microsoft.com/office/officeart/2005/8/layout/hierarchy1"/>
    <dgm:cxn modelId="{31FAD6C4-7490-43D5-AA26-0A1644132BFB}" type="presParOf" srcId="{DE5677AE-7BE3-4D8D-A172-D80EC9E7C06F}" destId="{EDE18B8A-A096-4768-A187-0C83212ECDFD}" srcOrd="1" destOrd="0" presId="urn:microsoft.com/office/officeart/2005/8/layout/hierarchy1"/>
    <dgm:cxn modelId="{43164C8B-28BA-4429-8C52-D7CB2615C994}" type="presParOf" srcId="{EDE18B8A-A096-4768-A187-0C83212ECDFD}" destId="{2E5A3B72-2FBD-42EF-84F6-4595EF7F0740}" srcOrd="0" destOrd="0" presId="urn:microsoft.com/office/officeart/2005/8/layout/hierarchy1"/>
    <dgm:cxn modelId="{154E4F21-434F-4C50-90EA-4DCD8074D21D}" type="presParOf" srcId="{2E5A3B72-2FBD-42EF-84F6-4595EF7F0740}" destId="{7BF0E1E9-B413-438A-97AB-566FC38F0320}" srcOrd="0" destOrd="0" presId="urn:microsoft.com/office/officeart/2005/8/layout/hierarchy1"/>
    <dgm:cxn modelId="{19B42BF8-514C-4AC7-934E-C33F8A897E72}" type="presParOf" srcId="{2E5A3B72-2FBD-42EF-84F6-4595EF7F0740}" destId="{8B072D49-B592-43FD-B15F-C74BBDF4081C}" srcOrd="1" destOrd="0" presId="urn:microsoft.com/office/officeart/2005/8/layout/hierarchy1"/>
    <dgm:cxn modelId="{50BD00F4-ED60-4698-86B4-961BD8CEED9E}" type="presParOf" srcId="{EDE18B8A-A096-4768-A187-0C83212ECDFD}" destId="{F6497A38-EE69-40FD-A8D1-71D51F05865D}" srcOrd="1" destOrd="0" presId="urn:microsoft.com/office/officeart/2005/8/layout/hierarchy1"/>
    <dgm:cxn modelId="{23F9D910-3857-416C-BB63-5E8D1048D1D4}" type="presParOf" srcId="{DE5677AE-7BE3-4D8D-A172-D80EC9E7C06F}" destId="{57CA6B0E-F6CA-4DA9-B7A8-9A7E33F130DC}" srcOrd="2" destOrd="0" presId="urn:microsoft.com/office/officeart/2005/8/layout/hierarchy1"/>
    <dgm:cxn modelId="{B97CBB8E-09DA-4D30-96C6-A093D242604D}" type="presParOf" srcId="{57CA6B0E-F6CA-4DA9-B7A8-9A7E33F130DC}" destId="{A3D6D94F-048E-4372-8F08-035534E5E136}" srcOrd="0" destOrd="0" presId="urn:microsoft.com/office/officeart/2005/8/layout/hierarchy1"/>
    <dgm:cxn modelId="{1FC369FA-BEBE-433C-94C1-3B3293AE86A1}" type="presParOf" srcId="{A3D6D94F-048E-4372-8F08-035534E5E136}" destId="{C01C4A68-44C6-4FE3-BB20-C578EA331C21}" srcOrd="0" destOrd="0" presId="urn:microsoft.com/office/officeart/2005/8/layout/hierarchy1"/>
    <dgm:cxn modelId="{8AACDAB8-D0F7-4942-89B3-9417BE828503}" type="presParOf" srcId="{A3D6D94F-048E-4372-8F08-035534E5E136}" destId="{FC0EABE7-421A-4FF0-A0DF-2EBEAB08938F}" srcOrd="1" destOrd="0" presId="urn:microsoft.com/office/officeart/2005/8/layout/hierarchy1"/>
    <dgm:cxn modelId="{2BC77768-0256-46FB-97FB-ED87F3D102BB}" type="presParOf" srcId="{57CA6B0E-F6CA-4DA9-B7A8-9A7E33F130DC}" destId="{77F6332D-CEC4-4D22-993B-5AFE1107533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6D0989-FE4C-4326-8026-BA777F603BE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B045FC3-237F-4A55-977A-A8BE25676F82}">
      <dgm:prSet/>
      <dgm:spPr/>
      <dgm:t>
        <a:bodyPr/>
        <a:lstStyle/>
        <a:p>
          <a:pPr>
            <a:defRPr cap="all"/>
          </a:pPr>
          <a:r>
            <a:rPr lang="en-DE" b="0" i="0" baseline="0"/>
            <a:t>RTL modeling using Verilog / VHDL</a:t>
          </a:r>
          <a:endParaRPr lang="en-US"/>
        </a:p>
      </dgm:t>
    </dgm:pt>
    <dgm:pt modelId="{4A69D75A-22FA-47BF-93F2-5EFC7EC31CF0}" type="parTrans" cxnId="{FDCD12CB-29EE-482F-8FCB-A675B47812FD}">
      <dgm:prSet/>
      <dgm:spPr/>
      <dgm:t>
        <a:bodyPr/>
        <a:lstStyle/>
        <a:p>
          <a:endParaRPr lang="en-US"/>
        </a:p>
      </dgm:t>
    </dgm:pt>
    <dgm:pt modelId="{1EDC7C56-B729-4368-90A4-A51FE0A0E04B}" type="sibTrans" cxnId="{FDCD12CB-29EE-482F-8FCB-A675B47812FD}">
      <dgm:prSet/>
      <dgm:spPr/>
      <dgm:t>
        <a:bodyPr/>
        <a:lstStyle/>
        <a:p>
          <a:endParaRPr lang="en-US"/>
        </a:p>
      </dgm:t>
    </dgm:pt>
    <dgm:pt modelId="{61460CA2-72F3-4F31-B32C-463D8C89B399}">
      <dgm:prSet/>
      <dgm:spPr/>
      <dgm:t>
        <a:bodyPr/>
        <a:lstStyle/>
        <a:p>
          <a:pPr>
            <a:defRPr cap="all"/>
          </a:pPr>
          <a:r>
            <a:rPr lang="en-DE" b="0" i="0" baseline="0"/>
            <a:t>Explicit control of timing &amp; resources</a:t>
          </a:r>
          <a:endParaRPr lang="en-US"/>
        </a:p>
      </dgm:t>
    </dgm:pt>
    <dgm:pt modelId="{D31E67B6-3A08-4AF4-AE81-7CBEBA303578}" type="parTrans" cxnId="{D6E7E0A0-C06C-4A0B-B851-1C05A673FA4C}">
      <dgm:prSet/>
      <dgm:spPr/>
      <dgm:t>
        <a:bodyPr/>
        <a:lstStyle/>
        <a:p>
          <a:endParaRPr lang="en-US"/>
        </a:p>
      </dgm:t>
    </dgm:pt>
    <dgm:pt modelId="{0FB460C3-6146-44FE-BCF6-07237790FB8E}" type="sibTrans" cxnId="{D6E7E0A0-C06C-4A0B-B851-1C05A673FA4C}">
      <dgm:prSet/>
      <dgm:spPr/>
      <dgm:t>
        <a:bodyPr/>
        <a:lstStyle/>
        <a:p>
          <a:endParaRPr lang="en-US"/>
        </a:p>
      </dgm:t>
    </dgm:pt>
    <dgm:pt modelId="{C1451E6B-D25A-4177-A544-6C49D17414D1}">
      <dgm:prSet/>
      <dgm:spPr/>
      <dgm:t>
        <a:bodyPr/>
        <a:lstStyle/>
        <a:p>
          <a:pPr>
            <a:defRPr cap="all"/>
          </a:pPr>
          <a:r>
            <a:rPr lang="en-DE" b="0" i="0" baseline="0"/>
            <a:t>Manual pipelining and state machines</a:t>
          </a:r>
          <a:endParaRPr lang="en-US"/>
        </a:p>
      </dgm:t>
    </dgm:pt>
    <dgm:pt modelId="{110E6197-E7CC-44AA-A749-1647FCFC0A26}" type="parTrans" cxnId="{24F6C66C-9C6C-484C-882B-949A2425E6E0}">
      <dgm:prSet/>
      <dgm:spPr/>
      <dgm:t>
        <a:bodyPr/>
        <a:lstStyle/>
        <a:p>
          <a:endParaRPr lang="en-US"/>
        </a:p>
      </dgm:t>
    </dgm:pt>
    <dgm:pt modelId="{B844D865-B242-40BA-B482-C4791BE166DF}" type="sibTrans" cxnId="{24F6C66C-9C6C-484C-882B-949A2425E6E0}">
      <dgm:prSet/>
      <dgm:spPr/>
      <dgm:t>
        <a:bodyPr/>
        <a:lstStyle/>
        <a:p>
          <a:endParaRPr lang="en-US"/>
        </a:p>
      </dgm:t>
    </dgm:pt>
    <dgm:pt modelId="{CBFE5E9B-143D-48D3-86C9-025AAF43167C}">
      <dgm:prSet/>
      <dgm:spPr/>
      <dgm:t>
        <a:bodyPr/>
        <a:lstStyle/>
        <a:p>
          <a:pPr>
            <a:defRPr cap="all"/>
          </a:pPr>
          <a:r>
            <a:rPr lang="en-DE" b="0" i="0" baseline="0"/>
            <a:t>Predictable performance</a:t>
          </a:r>
          <a:endParaRPr lang="en-US"/>
        </a:p>
      </dgm:t>
    </dgm:pt>
    <dgm:pt modelId="{3F17440A-67EE-431D-8CA5-40D168688806}" type="parTrans" cxnId="{62E9BB9E-5408-42B6-B4FF-032E0EDAFBFC}">
      <dgm:prSet/>
      <dgm:spPr/>
      <dgm:t>
        <a:bodyPr/>
        <a:lstStyle/>
        <a:p>
          <a:endParaRPr lang="en-US"/>
        </a:p>
      </dgm:t>
    </dgm:pt>
    <dgm:pt modelId="{E4A31A41-9FCC-4FE4-8266-B11F1A8166FD}" type="sibTrans" cxnId="{62E9BB9E-5408-42B6-B4FF-032E0EDAFBFC}">
      <dgm:prSet/>
      <dgm:spPr/>
      <dgm:t>
        <a:bodyPr/>
        <a:lstStyle/>
        <a:p>
          <a:endParaRPr lang="en-US"/>
        </a:p>
      </dgm:t>
    </dgm:pt>
    <dgm:pt modelId="{74A8AD2A-2A42-480F-910B-368CE0BE5181}" type="pres">
      <dgm:prSet presAssocID="{106D0989-FE4C-4326-8026-BA777F603BE0}" presName="root" presStyleCnt="0">
        <dgm:presLayoutVars>
          <dgm:dir/>
          <dgm:resizeHandles val="exact"/>
        </dgm:presLayoutVars>
      </dgm:prSet>
      <dgm:spPr/>
    </dgm:pt>
    <dgm:pt modelId="{23E5E656-7226-46F5-BBD8-E62B703A73E8}" type="pres">
      <dgm:prSet presAssocID="{0B045FC3-237F-4A55-977A-A8BE25676F82}" presName="compNode" presStyleCnt="0"/>
      <dgm:spPr/>
    </dgm:pt>
    <dgm:pt modelId="{684CD41B-D951-4650-9728-1ECF73DA8958}" type="pres">
      <dgm:prSet presAssocID="{0B045FC3-237F-4A55-977A-A8BE25676F82}" presName="iconBgRect" presStyleLbl="bgShp" presStyleIdx="0" presStyleCnt="4"/>
      <dgm:spPr/>
    </dgm:pt>
    <dgm:pt modelId="{99210FB4-9FF6-431D-B4D0-8FAC0C7A35F0}" type="pres">
      <dgm:prSet presAssocID="{0B045FC3-237F-4A55-977A-A8BE25676F8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AE7A731-8438-4E79-862E-ADD2C4F00617}" type="pres">
      <dgm:prSet presAssocID="{0B045FC3-237F-4A55-977A-A8BE25676F82}" presName="spaceRect" presStyleCnt="0"/>
      <dgm:spPr/>
    </dgm:pt>
    <dgm:pt modelId="{666CA940-A721-4C76-975A-117B6C88E464}" type="pres">
      <dgm:prSet presAssocID="{0B045FC3-237F-4A55-977A-A8BE25676F82}" presName="textRect" presStyleLbl="revTx" presStyleIdx="0" presStyleCnt="4">
        <dgm:presLayoutVars>
          <dgm:chMax val="1"/>
          <dgm:chPref val="1"/>
        </dgm:presLayoutVars>
      </dgm:prSet>
      <dgm:spPr/>
    </dgm:pt>
    <dgm:pt modelId="{F430C382-FF49-43BD-AB66-DC6C2846E7AB}" type="pres">
      <dgm:prSet presAssocID="{1EDC7C56-B729-4368-90A4-A51FE0A0E04B}" presName="sibTrans" presStyleCnt="0"/>
      <dgm:spPr/>
    </dgm:pt>
    <dgm:pt modelId="{2E46BCFA-F2E4-442D-A2BE-1E6852F4589D}" type="pres">
      <dgm:prSet presAssocID="{61460CA2-72F3-4F31-B32C-463D8C89B399}" presName="compNode" presStyleCnt="0"/>
      <dgm:spPr/>
    </dgm:pt>
    <dgm:pt modelId="{16B3F0F8-6602-406C-BF8C-160218B43B83}" type="pres">
      <dgm:prSet presAssocID="{61460CA2-72F3-4F31-B32C-463D8C89B399}" presName="iconBgRect" presStyleLbl="bgShp" presStyleIdx="1" presStyleCnt="4"/>
      <dgm:spPr/>
    </dgm:pt>
    <dgm:pt modelId="{A00A2AB4-A342-4C93-8AB7-F927C645642E}" type="pres">
      <dgm:prSet presAssocID="{61460CA2-72F3-4F31-B32C-463D8C89B39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A4F739FF-9CA1-415A-A78F-5D61D7CA8EF3}" type="pres">
      <dgm:prSet presAssocID="{61460CA2-72F3-4F31-B32C-463D8C89B399}" presName="spaceRect" presStyleCnt="0"/>
      <dgm:spPr/>
    </dgm:pt>
    <dgm:pt modelId="{CB31F1D6-C4BE-4A38-802B-8CA8D0DDBC0A}" type="pres">
      <dgm:prSet presAssocID="{61460CA2-72F3-4F31-B32C-463D8C89B399}" presName="textRect" presStyleLbl="revTx" presStyleIdx="1" presStyleCnt="4">
        <dgm:presLayoutVars>
          <dgm:chMax val="1"/>
          <dgm:chPref val="1"/>
        </dgm:presLayoutVars>
      </dgm:prSet>
      <dgm:spPr/>
    </dgm:pt>
    <dgm:pt modelId="{41EE0383-5B9D-4F45-AC29-81B74D30312A}" type="pres">
      <dgm:prSet presAssocID="{0FB460C3-6146-44FE-BCF6-07237790FB8E}" presName="sibTrans" presStyleCnt="0"/>
      <dgm:spPr/>
    </dgm:pt>
    <dgm:pt modelId="{EA12B87B-864D-4A01-A05C-6EA3D757E7C0}" type="pres">
      <dgm:prSet presAssocID="{C1451E6B-D25A-4177-A544-6C49D17414D1}" presName="compNode" presStyleCnt="0"/>
      <dgm:spPr/>
    </dgm:pt>
    <dgm:pt modelId="{29154E4A-BB85-4D42-9DA5-EA7B55F1F620}" type="pres">
      <dgm:prSet presAssocID="{C1451E6B-D25A-4177-A544-6C49D17414D1}" presName="iconBgRect" presStyleLbl="bgShp" presStyleIdx="2" presStyleCnt="4"/>
      <dgm:spPr/>
    </dgm:pt>
    <dgm:pt modelId="{76397730-B040-4F35-8EB1-451A52B6205F}" type="pres">
      <dgm:prSet presAssocID="{C1451E6B-D25A-4177-A544-6C49D17414D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66FD654-2E46-4636-AE01-BA0B568B8323}" type="pres">
      <dgm:prSet presAssocID="{C1451E6B-D25A-4177-A544-6C49D17414D1}" presName="spaceRect" presStyleCnt="0"/>
      <dgm:spPr/>
    </dgm:pt>
    <dgm:pt modelId="{78B32E11-540E-4D9A-98D7-16DC69D66B25}" type="pres">
      <dgm:prSet presAssocID="{C1451E6B-D25A-4177-A544-6C49D17414D1}" presName="textRect" presStyleLbl="revTx" presStyleIdx="2" presStyleCnt="4">
        <dgm:presLayoutVars>
          <dgm:chMax val="1"/>
          <dgm:chPref val="1"/>
        </dgm:presLayoutVars>
      </dgm:prSet>
      <dgm:spPr/>
    </dgm:pt>
    <dgm:pt modelId="{31250E11-699D-45C6-B479-10283D79B7F7}" type="pres">
      <dgm:prSet presAssocID="{B844D865-B242-40BA-B482-C4791BE166DF}" presName="sibTrans" presStyleCnt="0"/>
      <dgm:spPr/>
    </dgm:pt>
    <dgm:pt modelId="{4D2CECB0-EDBC-49AB-9732-EF7D4BBD5CDB}" type="pres">
      <dgm:prSet presAssocID="{CBFE5E9B-143D-48D3-86C9-025AAF43167C}" presName="compNode" presStyleCnt="0"/>
      <dgm:spPr/>
    </dgm:pt>
    <dgm:pt modelId="{789F0BD0-0D10-4D5E-B63E-B8F41D096E77}" type="pres">
      <dgm:prSet presAssocID="{CBFE5E9B-143D-48D3-86C9-025AAF43167C}" presName="iconBgRect" presStyleLbl="bgShp" presStyleIdx="3" presStyleCnt="4"/>
      <dgm:spPr/>
    </dgm:pt>
    <dgm:pt modelId="{85AE80E7-9B40-4241-AE24-2CE70F4E4AC4}" type="pres">
      <dgm:prSet presAssocID="{CBFE5E9B-143D-48D3-86C9-025AAF43167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3495634-A143-4025-9F54-3B97BF73781E}" type="pres">
      <dgm:prSet presAssocID="{CBFE5E9B-143D-48D3-86C9-025AAF43167C}" presName="spaceRect" presStyleCnt="0"/>
      <dgm:spPr/>
    </dgm:pt>
    <dgm:pt modelId="{40E56ADC-2C9A-4A9E-A45A-3BD5154D927B}" type="pres">
      <dgm:prSet presAssocID="{CBFE5E9B-143D-48D3-86C9-025AAF43167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1A00900-2A63-45E4-B3C1-3182DD3F8C9A}" type="presOf" srcId="{C1451E6B-D25A-4177-A544-6C49D17414D1}" destId="{78B32E11-540E-4D9A-98D7-16DC69D66B25}" srcOrd="0" destOrd="0" presId="urn:microsoft.com/office/officeart/2018/5/layout/IconCircleLabelList"/>
    <dgm:cxn modelId="{B7098B13-CB24-4D41-BE39-C9D51279A07F}" type="presOf" srcId="{0B045FC3-237F-4A55-977A-A8BE25676F82}" destId="{666CA940-A721-4C76-975A-117B6C88E464}" srcOrd="0" destOrd="0" presId="urn:microsoft.com/office/officeart/2018/5/layout/IconCircleLabelList"/>
    <dgm:cxn modelId="{C9659014-1F4B-4F09-B5B3-24F9455D955D}" type="presOf" srcId="{61460CA2-72F3-4F31-B32C-463D8C89B399}" destId="{CB31F1D6-C4BE-4A38-802B-8CA8D0DDBC0A}" srcOrd="0" destOrd="0" presId="urn:microsoft.com/office/officeart/2018/5/layout/IconCircleLabelList"/>
    <dgm:cxn modelId="{8D38CF31-6C17-49BB-8C59-8A5D663C0946}" type="presOf" srcId="{CBFE5E9B-143D-48D3-86C9-025AAF43167C}" destId="{40E56ADC-2C9A-4A9E-A45A-3BD5154D927B}" srcOrd="0" destOrd="0" presId="urn:microsoft.com/office/officeart/2018/5/layout/IconCircleLabelList"/>
    <dgm:cxn modelId="{24F6C66C-9C6C-484C-882B-949A2425E6E0}" srcId="{106D0989-FE4C-4326-8026-BA777F603BE0}" destId="{C1451E6B-D25A-4177-A544-6C49D17414D1}" srcOrd="2" destOrd="0" parTransId="{110E6197-E7CC-44AA-A749-1647FCFC0A26}" sibTransId="{B844D865-B242-40BA-B482-C4791BE166DF}"/>
    <dgm:cxn modelId="{62E9BB9E-5408-42B6-B4FF-032E0EDAFBFC}" srcId="{106D0989-FE4C-4326-8026-BA777F603BE0}" destId="{CBFE5E9B-143D-48D3-86C9-025AAF43167C}" srcOrd="3" destOrd="0" parTransId="{3F17440A-67EE-431D-8CA5-40D168688806}" sibTransId="{E4A31A41-9FCC-4FE4-8266-B11F1A8166FD}"/>
    <dgm:cxn modelId="{D6E7E0A0-C06C-4A0B-B851-1C05A673FA4C}" srcId="{106D0989-FE4C-4326-8026-BA777F603BE0}" destId="{61460CA2-72F3-4F31-B32C-463D8C89B399}" srcOrd="1" destOrd="0" parTransId="{D31E67B6-3A08-4AF4-AE81-7CBEBA303578}" sibTransId="{0FB460C3-6146-44FE-BCF6-07237790FB8E}"/>
    <dgm:cxn modelId="{FDCD12CB-29EE-482F-8FCB-A675B47812FD}" srcId="{106D0989-FE4C-4326-8026-BA777F603BE0}" destId="{0B045FC3-237F-4A55-977A-A8BE25676F82}" srcOrd="0" destOrd="0" parTransId="{4A69D75A-22FA-47BF-93F2-5EFC7EC31CF0}" sibTransId="{1EDC7C56-B729-4368-90A4-A51FE0A0E04B}"/>
    <dgm:cxn modelId="{AA5F5FD8-A85A-4860-A2BC-EA5AA122EB9E}" type="presOf" srcId="{106D0989-FE4C-4326-8026-BA777F603BE0}" destId="{74A8AD2A-2A42-480F-910B-368CE0BE5181}" srcOrd="0" destOrd="0" presId="urn:microsoft.com/office/officeart/2018/5/layout/IconCircleLabelList"/>
    <dgm:cxn modelId="{815EB57A-8ECD-44A3-930D-00C37E3CD083}" type="presParOf" srcId="{74A8AD2A-2A42-480F-910B-368CE0BE5181}" destId="{23E5E656-7226-46F5-BBD8-E62B703A73E8}" srcOrd="0" destOrd="0" presId="urn:microsoft.com/office/officeart/2018/5/layout/IconCircleLabelList"/>
    <dgm:cxn modelId="{943DCCD6-16D7-48A4-8E69-CB6D2D185E3C}" type="presParOf" srcId="{23E5E656-7226-46F5-BBD8-E62B703A73E8}" destId="{684CD41B-D951-4650-9728-1ECF73DA8958}" srcOrd="0" destOrd="0" presId="urn:microsoft.com/office/officeart/2018/5/layout/IconCircleLabelList"/>
    <dgm:cxn modelId="{C9934A04-8DA7-4A3D-8823-704C8C13EE62}" type="presParOf" srcId="{23E5E656-7226-46F5-BBD8-E62B703A73E8}" destId="{99210FB4-9FF6-431D-B4D0-8FAC0C7A35F0}" srcOrd="1" destOrd="0" presId="urn:microsoft.com/office/officeart/2018/5/layout/IconCircleLabelList"/>
    <dgm:cxn modelId="{F9D791A5-61AC-449C-BC3C-21FC60344ED9}" type="presParOf" srcId="{23E5E656-7226-46F5-BBD8-E62B703A73E8}" destId="{BAE7A731-8438-4E79-862E-ADD2C4F00617}" srcOrd="2" destOrd="0" presId="urn:microsoft.com/office/officeart/2018/5/layout/IconCircleLabelList"/>
    <dgm:cxn modelId="{414CC013-D225-4548-AA8A-07E42416BBA0}" type="presParOf" srcId="{23E5E656-7226-46F5-BBD8-E62B703A73E8}" destId="{666CA940-A721-4C76-975A-117B6C88E464}" srcOrd="3" destOrd="0" presId="urn:microsoft.com/office/officeart/2018/5/layout/IconCircleLabelList"/>
    <dgm:cxn modelId="{740C124C-EC25-4A62-A5F9-C71842CECCA8}" type="presParOf" srcId="{74A8AD2A-2A42-480F-910B-368CE0BE5181}" destId="{F430C382-FF49-43BD-AB66-DC6C2846E7AB}" srcOrd="1" destOrd="0" presId="urn:microsoft.com/office/officeart/2018/5/layout/IconCircleLabelList"/>
    <dgm:cxn modelId="{9FA0E125-DF49-43D7-A55F-91A7863EE1EE}" type="presParOf" srcId="{74A8AD2A-2A42-480F-910B-368CE0BE5181}" destId="{2E46BCFA-F2E4-442D-A2BE-1E6852F4589D}" srcOrd="2" destOrd="0" presId="urn:microsoft.com/office/officeart/2018/5/layout/IconCircleLabelList"/>
    <dgm:cxn modelId="{9B18F016-7CA2-486C-8217-24B07D911FF2}" type="presParOf" srcId="{2E46BCFA-F2E4-442D-A2BE-1E6852F4589D}" destId="{16B3F0F8-6602-406C-BF8C-160218B43B83}" srcOrd="0" destOrd="0" presId="urn:microsoft.com/office/officeart/2018/5/layout/IconCircleLabelList"/>
    <dgm:cxn modelId="{32C3C7FE-2B1D-4E7F-A1E1-40ACCDC88F78}" type="presParOf" srcId="{2E46BCFA-F2E4-442D-A2BE-1E6852F4589D}" destId="{A00A2AB4-A342-4C93-8AB7-F927C645642E}" srcOrd="1" destOrd="0" presId="urn:microsoft.com/office/officeart/2018/5/layout/IconCircleLabelList"/>
    <dgm:cxn modelId="{1AF92E38-94DB-4F31-B05E-F5E0A6F0F882}" type="presParOf" srcId="{2E46BCFA-F2E4-442D-A2BE-1E6852F4589D}" destId="{A4F739FF-9CA1-415A-A78F-5D61D7CA8EF3}" srcOrd="2" destOrd="0" presId="urn:microsoft.com/office/officeart/2018/5/layout/IconCircleLabelList"/>
    <dgm:cxn modelId="{6BDF2F0C-1BD0-47B5-99FC-BF3A90F682B5}" type="presParOf" srcId="{2E46BCFA-F2E4-442D-A2BE-1E6852F4589D}" destId="{CB31F1D6-C4BE-4A38-802B-8CA8D0DDBC0A}" srcOrd="3" destOrd="0" presId="urn:microsoft.com/office/officeart/2018/5/layout/IconCircleLabelList"/>
    <dgm:cxn modelId="{C6F2F2D2-3486-4BB4-B24B-9954BB13074E}" type="presParOf" srcId="{74A8AD2A-2A42-480F-910B-368CE0BE5181}" destId="{41EE0383-5B9D-4F45-AC29-81B74D30312A}" srcOrd="3" destOrd="0" presId="urn:microsoft.com/office/officeart/2018/5/layout/IconCircleLabelList"/>
    <dgm:cxn modelId="{06612621-9059-48A5-8B7F-728118EC1232}" type="presParOf" srcId="{74A8AD2A-2A42-480F-910B-368CE0BE5181}" destId="{EA12B87B-864D-4A01-A05C-6EA3D757E7C0}" srcOrd="4" destOrd="0" presId="urn:microsoft.com/office/officeart/2018/5/layout/IconCircleLabelList"/>
    <dgm:cxn modelId="{93B088BB-5004-478C-B3B8-37A3B4091E9E}" type="presParOf" srcId="{EA12B87B-864D-4A01-A05C-6EA3D757E7C0}" destId="{29154E4A-BB85-4D42-9DA5-EA7B55F1F620}" srcOrd="0" destOrd="0" presId="urn:microsoft.com/office/officeart/2018/5/layout/IconCircleLabelList"/>
    <dgm:cxn modelId="{2EB9D4EC-79AF-4B32-9858-D4F304A45B71}" type="presParOf" srcId="{EA12B87B-864D-4A01-A05C-6EA3D757E7C0}" destId="{76397730-B040-4F35-8EB1-451A52B6205F}" srcOrd="1" destOrd="0" presId="urn:microsoft.com/office/officeart/2018/5/layout/IconCircleLabelList"/>
    <dgm:cxn modelId="{898DD0A6-BFC4-4B4C-80B0-C0E4DAB5536C}" type="presParOf" srcId="{EA12B87B-864D-4A01-A05C-6EA3D757E7C0}" destId="{666FD654-2E46-4636-AE01-BA0B568B8323}" srcOrd="2" destOrd="0" presId="urn:microsoft.com/office/officeart/2018/5/layout/IconCircleLabelList"/>
    <dgm:cxn modelId="{EC9D64B3-0DCF-4EE8-92B6-64995926FEED}" type="presParOf" srcId="{EA12B87B-864D-4A01-A05C-6EA3D757E7C0}" destId="{78B32E11-540E-4D9A-98D7-16DC69D66B25}" srcOrd="3" destOrd="0" presId="urn:microsoft.com/office/officeart/2018/5/layout/IconCircleLabelList"/>
    <dgm:cxn modelId="{C162A78C-8992-469F-869F-B8410367B6B9}" type="presParOf" srcId="{74A8AD2A-2A42-480F-910B-368CE0BE5181}" destId="{31250E11-699D-45C6-B479-10283D79B7F7}" srcOrd="5" destOrd="0" presId="urn:microsoft.com/office/officeart/2018/5/layout/IconCircleLabelList"/>
    <dgm:cxn modelId="{B6FAEB7E-380E-4E59-A220-9ACF8B8E89C4}" type="presParOf" srcId="{74A8AD2A-2A42-480F-910B-368CE0BE5181}" destId="{4D2CECB0-EDBC-49AB-9732-EF7D4BBD5CDB}" srcOrd="6" destOrd="0" presId="urn:microsoft.com/office/officeart/2018/5/layout/IconCircleLabelList"/>
    <dgm:cxn modelId="{B85DDFF5-1F11-4FEF-9734-06B3DCF2F467}" type="presParOf" srcId="{4D2CECB0-EDBC-49AB-9732-EF7D4BBD5CDB}" destId="{789F0BD0-0D10-4D5E-B63E-B8F41D096E77}" srcOrd="0" destOrd="0" presId="urn:microsoft.com/office/officeart/2018/5/layout/IconCircleLabelList"/>
    <dgm:cxn modelId="{40069629-F926-4E39-8E33-C804B0DC0B49}" type="presParOf" srcId="{4D2CECB0-EDBC-49AB-9732-EF7D4BBD5CDB}" destId="{85AE80E7-9B40-4241-AE24-2CE70F4E4AC4}" srcOrd="1" destOrd="0" presId="urn:microsoft.com/office/officeart/2018/5/layout/IconCircleLabelList"/>
    <dgm:cxn modelId="{C1A076D1-8FB1-445E-A40D-5E5CA6D22463}" type="presParOf" srcId="{4D2CECB0-EDBC-49AB-9732-EF7D4BBD5CDB}" destId="{13495634-A143-4025-9F54-3B97BF73781E}" srcOrd="2" destOrd="0" presId="urn:microsoft.com/office/officeart/2018/5/layout/IconCircleLabelList"/>
    <dgm:cxn modelId="{0B59E1CE-52A4-4EE2-8CF2-0F8E06F76808}" type="presParOf" srcId="{4D2CECB0-EDBC-49AB-9732-EF7D4BBD5CDB}" destId="{40E56ADC-2C9A-4A9E-A45A-3BD5154D927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A6179F-076C-4B24-9D81-2A2038EA654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AA6866D-2B30-47BC-8B8D-6CD3D7FC736F}">
      <dgm:prSet/>
      <dgm:spPr/>
      <dgm:t>
        <a:bodyPr/>
        <a:lstStyle/>
        <a:p>
          <a:pPr>
            <a:lnSpc>
              <a:spcPct val="100000"/>
            </a:lnSpc>
          </a:pPr>
          <a:r>
            <a:rPr lang="en-DE" b="0" i="0" baseline="0" dirty="0"/>
            <a:t>Long development time</a:t>
          </a:r>
          <a:endParaRPr lang="en-US" dirty="0"/>
        </a:p>
      </dgm:t>
    </dgm:pt>
    <dgm:pt modelId="{0E23ECDC-D581-4026-BCDB-FAAFC18675FA}" type="parTrans" cxnId="{FE5ED297-283E-4263-9883-68E1A64F6ADB}">
      <dgm:prSet/>
      <dgm:spPr/>
      <dgm:t>
        <a:bodyPr/>
        <a:lstStyle/>
        <a:p>
          <a:endParaRPr lang="en-US"/>
        </a:p>
      </dgm:t>
    </dgm:pt>
    <dgm:pt modelId="{4486D8B0-3AB8-44F7-9058-F4CE16A16199}" type="sibTrans" cxnId="{FE5ED297-283E-4263-9883-68E1A64F6AD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D123C2-1AFB-42EE-8A6C-F82DD7BDEFB5}">
      <dgm:prSet/>
      <dgm:spPr/>
      <dgm:t>
        <a:bodyPr/>
        <a:lstStyle/>
        <a:p>
          <a:pPr>
            <a:lnSpc>
              <a:spcPct val="100000"/>
            </a:lnSpc>
          </a:pPr>
          <a:r>
            <a:rPr lang="en-DE" b="0" i="0" baseline="0"/>
            <a:t>Manual design space exploration</a:t>
          </a:r>
          <a:endParaRPr lang="en-US"/>
        </a:p>
      </dgm:t>
    </dgm:pt>
    <dgm:pt modelId="{3EE45E92-E729-4602-B937-B81908EF27E8}" type="parTrans" cxnId="{F9F1B4AE-26D3-4489-AB24-B7B312B58910}">
      <dgm:prSet/>
      <dgm:spPr/>
      <dgm:t>
        <a:bodyPr/>
        <a:lstStyle/>
        <a:p>
          <a:endParaRPr lang="en-US"/>
        </a:p>
      </dgm:t>
    </dgm:pt>
    <dgm:pt modelId="{7549F1ED-8E31-4522-A8C5-1777F56B1F6F}" type="sibTrans" cxnId="{F9F1B4AE-26D3-4489-AB24-B7B312B589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748275D-D89B-4B5E-9A5A-B429BAB4B46B}">
      <dgm:prSet/>
      <dgm:spPr/>
      <dgm:t>
        <a:bodyPr/>
        <a:lstStyle/>
        <a:p>
          <a:pPr>
            <a:lnSpc>
              <a:spcPct val="100000"/>
            </a:lnSpc>
          </a:pPr>
          <a:r>
            <a:rPr lang="en-DE" b="0" i="0" baseline="0"/>
            <a:t>Complex verification</a:t>
          </a:r>
          <a:endParaRPr lang="en-US"/>
        </a:p>
      </dgm:t>
    </dgm:pt>
    <dgm:pt modelId="{FAFEF18B-881F-4D49-A8AF-CFEA3F4FCB57}" type="parTrans" cxnId="{C11BC16F-FD1C-416E-B1BC-105363556A9B}">
      <dgm:prSet/>
      <dgm:spPr/>
      <dgm:t>
        <a:bodyPr/>
        <a:lstStyle/>
        <a:p>
          <a:endParaRPr lang="en-US"/>
        </a:p>
      </dgm:t>
    </dgm:pt>
    <dgm:pt modelId="{FBE3E894-4A13-4FC5-A029-9FA13ADDC993}" type="sibTrans" cxnId="{C11BC16F-FD1C-416E-B1BC-105363556A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4F2121B-A2EE-4C05-88A3-1B8567D934BF}">
      <dgm:prSet/>
      <dgm:spPr/>
      <dgm:t>
        <a:bodyPr/>
        <a:lstStyle/>
        <a:p>
          <a:pPr>
            <a:lnSpc>
              <a:spcPct val="100000"/>
            </a:lnSpc>
          </a:pPr>
          <a:r>
            <a:rPr lang="en-DE" b="0" i="0" baseline="0"/>
            <a:t>Difficult maintenance for large designs</a:t>
          </a:r>
          <a:endParaRPr lang="en-US"/>
        </a:p>
      </dgm:t>
    </dgm:pt>
    <dgm:pt modelId="{CCAA4738-907B-4F4E-B5E1-B1B2273B9030}" type="parTrans" cxnId="{28BDA266-0826-403E-9A78-85C868C6CC6D}">
      <dgm:prSet/>
      <dgm:spPr/>
      <dgm:t>
        <a:bodyPr/>
        <a:lstStyle/>
        <a:p>
          <a:endParaRPr lang="en-US"/>
        </a:p>
      </dgm:t>
    </dgm:pt>
    <dgm:pt modelId="{FEDAD3D7-7CBC-4874-98DD-98AD6851F075}" type="sibTrans" cxnId="{28BDA266-0826-403E-9A78-85C868C6CC6D}">
      <dgm:prSet/>
      <dgm:spPr/>
      <dgm:t>
        <a:bodyPr/>
        <a:lstStyle/>
        <a:p>
          <a:endParaRPr lang="en-US"/>
        </a:p>
      </dgm:t>
    </dgm:pt>
    <dgm:pt modelId="{1B23D0AD-045E-4AFF-9205-48CFE70982BD}" type="pres">
      <dgm:prSet presAssocID="{F5A6179F-076C-4B24-9D81-2A2038EA654F}" presName="root" presStyleCnt="0">
        <dgm:presLayoutVars>
          <dgm:dir/>
          <dgm:resizeHandles val="exact"/>
        </dgm:presLayoutVars>
      </dgm:prSet>
      <dgm:spPr/>
    </dgm:pt>
    <dgm:pt modelId="{B6AFC702-7786-4B8F-904F-69700183F690}" type="pres">
      <dgm:prSet presAssocID="{F5A6179F-076C-4B24-9D81-2A2038EA654F}" presName="container" presStyleCnt="0">
        <dgm:presLayoutVars>
          <dgm:dir/>
          <dgm:resizeHandles val="exact"/>
        </dgm:presLayoutVars>
      </dgm:prSet>
      <dgm:spPr/>
    </dgm:pt>
    <dgm:pt modelId="{B26816F8-AFC7-4B58-B0A5-D8D771B8582F}" type="pres">
      <dgm:prSet presAssocID="{EAA6866D-2B30-47BC-8B8D-6CD3D7FC736F}" presName="compNode" presStyleCnt="0"/>
      <dgm:spPr/>
    </dgm:pt>
    <dgm:pt modelId="{C79B5FD1-6ABE-4180-BA94-DC9A38F64E12}" type="pres">
      <dgm:prSet presAssocID="{EAA6866D-2B30-47BC-8B8D-6CD3D7FC736F}" presName="iconBgRect" presStyleLbl="bgShp" presStyleIdx="0" presStyleCnt="4"/>
      <dgm:spPr/>
    </dgm:pt>
    <dgm:pt modelId="{58198090-8E7A-48D5-A721-0C2C2166AFFD}" type="pres">
      <dgm:prSet presAssocID="{EAA6866D-2B30-47BC-8B8D-6CD3D7FC736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62DBA12-C72C-4B78-9467-A1DE95A30E42}" type="pres">
      <dgm:prSet presAssocID="{EAA6866D-2B30-47BC-8B8D-6CD3D7FC736F}" presName="spaceRect" presStyleCnt="0"/>
      <dgm:spPr/>
    </dgm:pt>
    <dgm:pt modelId="{13F09FD2-9F34-449D-86E3-AFE05CFFE947}" type="pres">
      <dgm:prSet presAssocID="{EAA6866D-2B30-47BC-8B8D-6CD3D7FC736F}" presName="textRect" presStyleLbl="revTx" presStyleIdx="0" presStyleCnt="4">
        <dgm:presLayoutVars>
          <dgm:chMax val="1"/>
          <dgm:chPref val="1"/>
        </dgm:presLayoutVars>
      </dgm:prSet>
      <dgm:spPr/>
    </dgm:pt>
    <dgm:pt modelId="{477258B3-1BED-4AF5-8E4F-7F76C44397A9}" type="pres">
      <dgm:prSet presAssocID="{4486D8B0-3AB8-44F7-9058-F4CE16A16199}" presName="sibTrans" presStyleLbl="sibTrans2D1" presStyleIdx="0" presStyleCnt="0"/>
      <dgm:spPr/>
    </dgm:pt>
    <dgm:pt modelId="{C11B16D2-40E7-49AC-B8AE-C98BBA73C765}" type="pres">
      <dgm:prSet presAssocID="{1ED123C2-1AFB-42EE-8A6C-F82DD7BDEFB5}" presName="compNode" presStyleCnt="0"/>
      <dgm:spPr/>
    </dgm:pt>
    <dgm:pt modelId="{4DF0C6D5-33B8-48D7-914A-A2ACB1A5F163}" type="pres">
      <dgm:prSet presAssocID="{1ED123C2-1AFB-42EE-8A6C-F82DD7BDEFB5}" presName="iconBgRect" presStyleLbl="bgShp" presStyleIdx="1" presStyleCnt="4"/>
      <dgm:spPr/>
    </dgm:pt>
    <dgm:pt modelId="{3ED45D4E-C255-446F-BE60-A39C76478D25}" type="pres">
      <dgm:prSet presAssocID="{1ED123C2-1AFB-42EE-8A6C-F82DD7BDEFB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68FD7703-CBB8-42BF-AC48-C6D6295A194C}" type="pres">
      <dgm:prSet presAssocID="{1ED123C2-1AFB-42EE-8A6C-F82DD7BDEFB5}" presName="spaceRect" presStyleCnt="0"/>
      <dgm:spPr/>
    </dgm:pt>
    <dgm:pt modelId="{2D8B941D-3171-4584-ADDF-1734258A016F}" type="pres">
      <dgm:prSet presAssocID="{1ED123C2-1AFB-42EE-8A6C-F82DD7BDEFB5}" presName="textRect" presStyleLbl="revTx" presStyleIdx="1" presStyleCnt="4">
        <dgm:presLayoutVars>
          <dgm:chMax val="1"/>
          <dgm:chPref val="1"/>
        </dgm:presLayoutVars>
      </dgm:prSet>
      <dgm:spPr/>
    </dgm:pt>
    <dgm:pt modelId="{D707A7EB-93AF-403E-8439-B2F33794E69A}" type="pres">
      <dgm:prSet presAssocID="{7549F1ED-8E31-4522-A8C5-1777F56B1F6F}" presName="sibTrans" presStyleLbl="sibTrans2D1" presStyleIdx="0" presStyleCnt="0"/>
      <dgm:spPr/>
    </dgm:pt>
    <dgm:pt modelId="{BC3A4374-4B8D-42DF-A9CA-3AB5A770EEA9}" type="pres">
      <dgm:prSet presAssocID="{7748275D-D89B-4B5E-9A5A-B429BAB4B46B}" presName="compNode" presStyleCnt="0"/>
      <dgm:spPr/>
    </dgm:pt>
    <dgm:pt modelId="{755B562D-87E8-4F77-9D13-735AB60B17CA}" type="pres">
      <dgm:prSet presAssocID="{7748275D-D89B-4B5E-9A5A-B429BAB4B46B}" presName="iconBgRect" presStyleLbl="bgShp" presStyleIdx="2" presStyleCnt="4"/>
      <dgm:spPr/>
    </dgm:pt>
    <dgm:pt modelId="{98103040-8D7F-49EF-94C2-004DCBD74F21}" type="pres">
      <dgm:prSet presAssocID="{7748275D-D89B-4B5E-9A5A-B429BAB4B4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F751353-C6C4-4EFA-979A-386AF691C299}" type="pres">
      <dgm:prSet presAssocID="{7748275D-D89B-4B5E-9A5A-B429BAB4B46B}" presName="spaceRect" presStyleCnt="0"/>
      <dgm:spPr/>
    </dgm:pt>
    <dgm:pt modelId="{3DC3A0B4-404B-4854-BDEA-F5EF05043B4E}" type="pres">
      <dgm:prSet presAssocID="{7748275D-D89B-4B5E-9A5A-B429BAB4B46B}" presName="textRect" presStyleLbl="revTx" presStyleIdx="2" presStyleCnt="4">
        <dgm:presLayoutVars>
          <dgm:chMax val="1"/>
          <dgm:chPref val="1"/>
        </dgm:presLayoutVars>
      </dgm:prSet>
      <dgm:spPr/>
    </dgm:pt>
    <dgm:pt modelId="{C620AFA3-C5C7-48FD-B33A-B20F641F389E}" type="pres">
      <dgm:prSet presAssocID="{FBE3E894-4A13-4FC5-A029-9FA13ADDC993}" presName="sibTrans" presStyleLbl="sibTrans2D1" presStyleIdx="0" presStyleCnt="0"/>
      <dgm:spPr/>
    </dgm:pt>
    <dgm:pt modelId="{12E5DBEC-7854-4C60-B3AB-850514C6E483}" type="pres">
      <dgm:prSet presAssocID="{54F2121B-A2EE-4C05-88A3-1B8567D934BF}" presName="compNode" presStyleCnt="0"/>
      <dgm:spPr/>
    </dgm:pt>
    <dgm:pt modelId="{191D1DA4-378E-4B09-8140-72332B956645}" type="pres">
      <dgm:prSet presAssocID="{54F2121B-A2EE-4C05-88A3-1B8567D934BF}" presName="iconBgRect" presStyleLbl="bgShp" presStyleIdx="3" presStyleCnt="4"/>
      <dgm:spPr/>
    </dgm:pt>
    <dgm:pt modelId="{004BFC19-C81F-4C38-9985-6F2BCFA286C9}" type="pres">
      <dgm:prSet presAssocID="{54F2121B-A2EE-4C05-88A3-1B8567D934B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A8F502C-E498-439A-9763-4FA47A1FD187}" type="pres">
      <dgm:prSet presAssocID="{54F2121B-A2EE-4C05-88A3-1B8567D934BF}" presName="spaceRect" presStyleCnt="0"/>
      <dgm:spPr/>
    </dgm:pt>
    <dgm:pt modelId="{B00BE737-7385-4EA6-9DF8-32B3F78C0A5C}" type="pres">
      <dgm:prSet presAssocID="{54F2121B-A2EE-4C05-88A3-1B8567D934B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6AE8726-D446-4958-87D0-A6B139A87B3A}" type="presOf" srcId="{7748275D-D89B-4B5E-9A5A-B429BAB4B46B}" destId="{3DC3A0B4-404B-4854-BDEA-F5EF05043B4E}" srcOrd="0" destOrd="0" presId="urn:microsoft.com/office/officeart/2018/2/layout/IconCircleList"/>
    <dgm:cxn modelId="{26585244-1756-4109-9B08-AEC1199197CC}" type="presOf" srcId="{EAA6866D-2B30-47BC-8B8D-6CD3D7FC736F}" destId="{13F09FD2-9F34-449D-86E3-AFE05CFFE947}" srcOrd="0" destOrd="0" presId="urn:microsoft.com/office/officeart/2018/2/layout/IconCircleList"/>
    <dgm:cxn modelId="{28BDA266-0826-403E-9A78-85C868C6CC6D}" srcId="{F5A6179F-076C-4B24-9D81-2A2038EA654F}" destId="{54F2121B-A2EE-4C05-88A3-1B8567D934BF}" srcOrd="3" destOrd="0" parTransId="{CCAA4738-907B-4F4E-B5E1-B1B2273B9030}" sibTransId="{FEDAD3D7-7CBC-4874-98DD-98AD6851F075}"/>
    <dgm:cxn modelId="{C11BC16F-FD1C-416E-B1BC-105363556A9B}" srcId="{F5A6179F-076C-4B24-9D81-2A2038EA654F}" destId="{7748275D-D89B-4B5E-9A5A-B429BAB4B46B}" srcOrd="2" destOrd="0" parTransId="{FAFEF18B-881F-4D49-A8AF-CFEA3F4FCB57}" sibTransId="{FBE3E894-4A13-4FC5-A029-9FA13ADDC993}"/>
    <dgm:cxn modelId="{5E707A59-74BC-4556-AC86-5AC6C46AA702}" type="presOf" srcId="{1ED123C2-1AFB-42EE-8A6C-F82DD7BDEFB5}" destId="{2D8B941D-3171-4584-ADDF-1734258A016F}" srcOrd="0" destOrd="0" presId="urn:microsoft.com/office/officeart/2018/2/layout/IconCircleList"/>
    <dgm:cxn modelId="{1E33CC79-8E8E-4D41-822E-D8E659BE105D}" type="presOf" srcId="{FBE3E894-4A13-4FC5-A029-9FA13ADDC993}" destId="{C620AFA3-C5C7-48FD-B33A-B20F641F389E}" srcOrd="0" destOrd="0" presId="urn:microsoft.com/office/officeart/2018/2/layout/IconCircleList"/>
    <dgm:cxn modelId="{D47CA77C-B57A-4B5E-8A94-6B9656168519}" type="presOf" srcId="{4486D8B0-3AB8-44F7-9058-F4CE16A16199}" destId="{477258B3-1BED-4AF5-8E4F-7F76C44397A9}" srcOrd="0" destOrd="0" presId="urn:microsoft.com/office/officeart/2018/2/layout/IconCircleList"/>
    <dgm:cxn modelId="{FE5ED297-283E-4263-9883-68E1A64F6ADB}" srcId="{F5A6179F-076C-4B24-9D81-2A2038EA654F}" destId="{EAA6866D-2B30-47BC-8B8D-6CD3D7FC736F}" srcOrd="0" destOrd="0" parTransId="{0E23ECDC-D581-4026-BCDB-FAAFC18675FA}" sibTransId="{4486D8B0-3AB8-44F7-9058-F4CE16A16199}"/>
    <dgm:cxn modelId="{F9F1B4AE-26D3-4489-AB24-B7B312B58910}" srcId="{F5A6179F-076C-4B24-9D81-2A2038EA654F}" destId="{1ED123C2-1AFB-42EE-8A6C-F82DD7BDEFB5}" srcOrd="1" destOrd="0" parTransId="{3EE45E92-E729-4602-B937-B81908EF27E8}" sibTransId="{7549F1ED-8E31-4522-A8C5-1777F56B1F6F}"/>
    <dgm:cxn modelId="{C123E3B0-F00A-4C34-9661-88CE6DC5AB28}" type="presOf" srcId="{7549F1ED-8E31-4522-A8C5-1777F56B1F6F}" destId="{D707A7EB-93AF-403E-8439-B2F33794E69A}" srcOrd="0" destOrd="0" presId="urn:microsoft.com/office/officeart/2018/2/layout/IconCircleList"/>
    <dgm:cxn modelId="{4BC577C1-0C45-4434-A949-3DDDE496B6BA}" type="presOf" srcId="{54F2121B-A2EE-4C05-88A3-1B8567D934BF}" destId="{B00BE737-7385-4EA6-9DF8-32B3F78C0A5C}" srcOrd="0" destOrd="0" presId="urn:microsoft.com/office/officeart/2018/2/layout/IconCircleList"/>
    <dgm:cxn modelId="{104F3FFB-FCE3-437A-8F33-27444179E0D3}" type="presOf" srcId="{F5A6179F-076C-4B24-9D81-2A2038EA654F}" destId="{1B23D0AD-045E-4AFF-9205-48CFE70982BD}" srcOrd="0" destOrd="0" presId="urn:microsoft.com/office/officeart/2018/2/layout/IconCircleList"/>
    <dgm:cxn modelId="{D876C7A7-2D90-4653-9C77-A33DF038E3E1}" type="presParOf" srcId="{1B23D0AD-045E-4AFF-9205-48CFE70982BD}" destId="{B6AFC702-7786-4B8F-904F-69700183F690}" srcOrd="0" destOrd="0" presId="urn:microsoft.com/office/officeart/2018/2/layout/IconCircleList"/>
    <dgm:cxn modelId="{E9D26A4A-B1D8-4D44-955B-B075087573A5}" type="presParOf" srcId="{B6AFC702-7786-4B8F-904F-69700183F690}" destId="{B26816F8-AFC7-4B58-B0A5-D8D771B8582F}" srcOrd="0" destOrd="0" presId="urn:microsoft.com/office/officeart/2018/2/layout/IconCircleList"/>
    <dgm:cxn modelId="{05C6C381-21DB-4CAB-B9A2-61ABAC830C2F}" type="presParOf" srcId="{B26816F8-AFC7-4B58-B0A5-D8D771B8582F}" destId="{C79B5FD1-6ABE-4180-BA94-DC9A38F64E12}" srcOrd="0" destOrd="0" presId="urn:microsoft.com/office/officeart/2018/2/layout/IconCircleList"/>
    <dgm:cxn modelId="{B83E1433-E9D4-4731-AE0A-D23AFE8102AF}" type="presParOf" srcId="{B26816F8-AFC7-4B58-B0A5-D8D771B8582F}" destId="{58198090-8E7A-48D5-A721-0C2C2166AFFD}" srcOrd="1" destOrd="0" presId="urn:microsoft.com/office/officeart/2018/2/layout/IconCircleList"/>
    <dgm:cxn modelId="{85DB5482-2AC1-45E6-9175-FEAA76760D2E}" type="presParOf" srcId="{B26816F8-AFC7-4B58-B0A5-D8D771B8582F}" destId="{D62DBA12-C72C-4B78-9467-A1DE95A30E42}" srcOrd="2" destOrd="0" presId="urn:microsoft.com/office/officeart/2018/2/layout/IconCircleList"/>
    <dgm:cxn modelId="{630AA0E4-4E45-48F8-BCA8-5DA7130794FA}" type="presParOf" srcId="{B26816F8-AFC7-4B58-B0A5-D8D771B8582F}" destId="{13F09FD2-9F34-449D-86E3-AFE05CFFE947}" srcOrd="3" destOrd="0" presId="urn:microsoft.com/office/officeart/2018/2/layout/IconCircleList"/>
    <dgm:cxn modelId="{9212B540-4F35-4872-A0C6-2F77942F41D5}" type="presParOf" srcId="{B6AFC702-7786-4B8F-904F-69700183F690}" destId="{477258B3-1BED-4AF5-8E4F-7F76C44397A9}" srcOrd="1" destOrd="0" presId="urn:microsoft.com/office/officeart/2018/2/layout/IconCircleList"/>
    <dgm:cxn modelId="{A36DB6CE-134C-4E71-8FC8-75F7662105C4}" type="presParOf" srcId="{B6AFC702-7786-4B8F-904F-69700183F690}" destId="{C11B16D2-40E7-49AC-B8AE-C98BBA73C765}" srcOrd="2" destOrd="0" presId="urn:microsoft.com/office/officeart/2018/2/layout/IconCircleList"/>
    <dgm:cxn modelId="{1EEB6C1A-F5D4-4438-9218-8B162998BAA6}" type="presParOf" srcId="{C11B16D2-40E7-49AC-B8AE-C98BBA73C765}" destId="{4DF0C6D5-33B8-48D7-914A-A2ACB1A5F163}" srcOrd="0" destOrd="0" presId="urn:microsoft.com/office/officeart/2018/2/layout/IconCircleList"/>
    <dgm:cxn modelId="{3F27FF10-11E9-4C07-B2A2-6D5F0B3F70ED}" type="presParOf" srcId="{C11B16D2-40E7-49AC-B8AE-C98BBA73C765}" destId="{3ED45D4E-C255-446F-BE60-A39C76478D25}" srcOrd="1" destOrd="0" presId="urn:microsoft.com/office/officeart/2018/2/layout/IconCircleList"/>
    <dgm:cxn modelId="{2A2B8F34-D3B7-4095-A362-45E2F8FA87F8}" type="presParOf" srcId="{C11B16D2-40E7-49AC-B8AE-C98BBA73C765}" destId="{68FD7703-CBB8-42BF-AC48-C6D6295A194C}" srcOrd="2" destOrd="0" presId="urn:microsoft.com/office/officeart/2018/2/layout/IconCircleList"/>
    <dgm:cxn modelId="{968FA451-4EEA-4BC3-9077-ADE19869F759}" type="presParOf" srcId="{C11B16D2-40E7-49AC-B8AE-C98BBA73C765}" destId="{2D8B941D-3171-4584-ADDF-1734258A016F}" srcOrd="3" destOrd="0" presId="urn:microsoft.com/office/officeart/2018/2/layout/IconCircleList"/>
    <dgm:cxn modelId="{E2C98686-486F-4BC0-9CD9-376D2AA40B54}" type="presParOf" srcId="{B6AFC702-7786-4B8F-904F-69700183F690}" destId="{D707A7EB-93AF-403E-8439-B2F33794E69A}" srcOrd="3" destOrd="0" presId="urn:microsoft.com/office/officeart/2018/2/layout/IconCircleList"/>
    <dgm:cxn modelId="{E6F5504E-C87F-4244-A76B-402C079A993C}" type="presParOf" srcId="{B6AFC702-7786-4B8F-904F-69700183F690}" destId="{BC3A4374-4B8D-42DF-A9CA-3AB5A770EEA9}" srcOrd="4" destOrd="0" presId="urn:microsoft.com/office/officeart/2018/2/layout/IconCircleList"/>
    <dgm:cxn modelId="{D5087A38-2CCF-448C-8A96-B5602ED002A0}" type="presParOf" srcId="{BC3A4374-4B8D-42DF-A9CA-3AB5A770EEA9}" destId="{755B562D-87E8-4F77-9D13-735AB60B17CA}" srcOrd="0" destOrd="0" presId="urn:microsoft.com/office/officeart/2018/2/layout/IconCircleList"/>
    <dgm:cxn modelId="{04ED0FB7-0FF2-49BF-BD8E-1D90D608F859}" type="presParOf" srcId="{BC3A4374-4B8D-42DF-A9CA-3AB5A770EEA9}" destId="{98103040-8D7F-49EF-94C2-004DCBD74F21}" srcOrd="1" destOrd="0" presId="urn:microsoft.com/office/officeart/2018/2/layout/IconCircleList"/>
    <dgm:cxn modelId="{40BC680E-E9E5-49F1-8C90-DE9E6813D407}" type="presParOf" srcId="{BC3A4374-4B8D-42DF-A9CA-3AB5A770EEA9}" destId="{8F751353-C6C4-4EFA-979A-386AF691C299}" srcOrd="2" destOrd="0" presId="urn:microsoft.com/office/officeart/2018/2/layout/IconCircleList"/>
    <dgm:cxn modelId="{5D0BB859-DE5D-4F6A-81A2-3F6178284CF0}" type="presParOf" srcId="{BC3A4374-4B8D-42DF-A9CA-3AB5A770EEA9}" destId="{3DC3A0B4-404B-4854-BDEA-F5EF05043B4E}" srcOrd="3" destOrd="0" presId="urn:microsoft.com/office/officeart/2018/2/layout/IconCircleList"/>
    <dgm:cxn modelId="{DA9F194B-202F-4ED2-A686-00506B474519}" type="presParOf" srcId="{B6AFC702-7786-4B8F-904F-69700183F690}" destId="{C620AFA3-C5C7-48FD-B33A-B20F641F389E}" srcOrd="5" destOrd="0" presId="urn:microsoft.com/office/officeart/2018/2/layout/IconCircleList"/>
    <dgm:cxn modelId="{68078FAE-0004-438F-9BE5-493535419613}" type="presParOf" srcId="{B6AFC702-7786-4B8F-904F-69700183F690}" destId="{12E5DBEC-7854-4C60-B3AB-850514C6E483}" srcOrd="6" destOrd="0" presId="urn:microsoft.com/office/officeart/2018/2/layout/IconCircleList"/>
    <dgm:cxn modelId="{56D25A52-9FFC-4DA4-BF0B-4781D0EC97F0}" type="presParOf" srcId="{12E5DBEC-7854-4C60-B3AB-850514C6E483}" destId="{191D1DA4-378E-4B09-8140-72332B956645}" srcOrd="0" destOrd="0" presId="urn:microsoft.com/office/officeart/2018/2/layout/IconCircleList"/>
    <dgm:cxn modelId="{9805DA5F-6FF0-429F-BDE6-00D5C5182119}" type="presParOf" srcId="{12E5DBEC-7854-4C60-B3AB-850514C6E483}" destId="{004BFC19-C81F-4C38-9985-6F2BCFA286C9}" srcOrd="1" destOrd="0" presId="urn:microsoft.com/office/officeart/2018/2/layout/IconCircleList"/>
    <dgm:cxn modelId="{C0744068-C22F-48CB-B4AF-594CBD88C341}" type="presParOf" srcId="{12E5DBEC-7854-4C60-B3AB-850514C6E483}" destId="{3A8F502C-E498-439A-9763-4FA47A1FD187}" srcOrd="2" destOrd="0" presId="urn:microsoft.com/office/officeart/2018/2/layout/IconCircleList"/>
    <dgm:cxn modelId="{DB4E5390-2D07-4922-B08B-8B549E5A253D}" type="presParOf" srcId="{12E5DBEC-7854-4C60-B3AB-850514C6E483}" destId="{B00BE737-7385-4EA6-9DF8-32B3F78C0A5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6C94EA-2E6D-4F25-B03E-8A054044987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4368A1D-AD30-4CDF-8061-03E7831E96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DE" b="0" i="0" baseline="0"/>
            <a:t>Design in C / C++ / SystemC</a:t>
          </a:r>
          <a:endParaRPr lang="en-US"/>
        </a:p>
      </dgm:t>
    </dgm:pt>
    <dgm:pt modelId="{AC8A2FF3-7F85-446D-8E83-B7813F3B6CD7}" type="parTrans" cxnId="{C897EEBC-13A1-48C5-97A0-E3CE2FFBA822}">
      <dgm:prSet/>
      <dgm:spPr/>
      <dgm:t>
        <a:bodyPr/>
        <a:lstStyle/>
        <a:p>
          <a:endParaRPr lang="en-US"/>
        </a:p>
      </dgm:t>
    </dgm:pt>
    <dgm:pt modelId="{66749C97-E347-4535-A1A0-18C823748EE7}" type="sibTrans" cxnId="{C897EEBC-13A1-48C5-97A0-E3CE2FFBA822}">
      <dgm:prSet/>
      <dgm:spPr/>
      <dgm:t>
        <a:bodyPr/>
        <a:lstStyle/>
        <a:p>
          <a:endParaRPr lang="en-US"/>
        </a:p>
      </dgm:t>
    </dgm:pt>
    <dgm:pt modelId="{636D982F-F031-4E3F-A54E-E0085CD3C61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DE" b="0" i="0" baseline="0"/>
            <a:t>Compiler handles scheduling &amp; binding</a:t>
          </a:r>
          <a:endParaRPr lang="en-US"/>
        </a:p>
      </dgm:t>
    </dgm:pt>
    <dgm:pt modelId="{8C2A989C-C1B1-4007-9AFD-972D737A15E8}" type="parTrans" cxnId="{9666BA84-CE4C-489F-8C6E-9205DD19943B}">
      <dgm:prSet/>
      <dgm:spPr/>
      <dgm:t>
        <a:bodyPr/>
        <a:lstStyle/>
        <a:p>
          <a:endParaRPr lang="en-US"/>
        </a:p>
      </dgm:t>
    </dgm:pt>
    <dgm:pt modelId="{0F9425C0-DBC5-4022-8EC8-A5BB0DE7ADE4}" type="sibTrans" cxnId="{9666BA84-CE4C-489F-8C6E-9205DD19943B}">
      <dgm:prSet/>
      <dgm:spPr/>
      <dgm:t>
        <a:bodyPr/>
        <a:lstStyle/>
        <a:p>
          <a:endParaRPr lang="en-US"/>
        </a:p>
      </dgm:t>
    </dgm:pt>
    <dgm:pt modelId="{DD526E35-CDB9-42E2-9EDB-D9948E8B00C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DE" b="0" i="0" baseline="0"/>
            <a:t>Directives control optimization</a:t>
          </a:r>
          <a:endParaRPr lang="en-US"/>
        </a:p>
      </dgm:t>
    </dgm:pt>
    <dgm:pt modelId="{644B8B5A-CAB2-47A8-9691-E06C7244C3E1}" type="parTrans" cxnId="{95433AA6-BFA7-4FBC-942B-E120FB6E96B0}">
      <dgm:prSet/>
      <dgm:spPr/>
      <dgm:t>
        <a:bodyPr/>
        <a:lstStyle/>
        <a:p>
          <a:endParaRPr lang="en-US"/>
        </a:p>
      </dgm:t>
    </dgm:pt>
    <dgm:pt modelId="{EF4DFF79-C006-48C6-AA25-3EE97845C588}" type="sibTrans" cxnId="{95433AA6-BFA7-4FBC-942B-E120FB6E96B0}">
      <dgm:prSet/>
      <dgm:spPr/>
      <dgm:t>
        <a:bodyPr/>
        <a:lstStyle/>
        <a:p>
          <a:endParaRPr lang="en-US"/>
        </a:p>
      </dgm:t>
    </dgm:pt>
    <dgm:pt modelId="{DBFFFBAB-8604-4BD0-9460-EA98B82CE22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DE" b="0" i="0" baseline="0"/>
            <a:t>Focus on algorithmic behavior</a:t>
          </a:r>
          <a:endParaRPr lang="en-US"/>
        </a:p>
      </dgm:t>
    </dgm:pt>
    <dgm:pt modelId="{DD7246A2-06AD-43A6-8671-7E433D913C09}" type="parTrans" cxnId="{97140441-136E-44DD-9E27-4ACAC5900F33}">
      <dgm:prSet/>
      <dgm:spPr/>
      <dgm:t>
        <a:bodyPr/>
        <a:lstStyle/>
        <a:p>
          <a:endParaRPr lang="en-US"/>
        </a:p>
      </dgm:t>
    </dgm:pt>
    <dgm:pt modelId="{32EA1353-C8FD-4E07-B264-8D2BFBC50499}" type="sibTrans" cxnId="{97140441-136E-44DD-9E27-4ACAC5900F33}">
      <dgm:prSet/>
      <dgm:spPr/>
      <dgm:t>
        <a:bodyPr/>
        <a:lstStyle/>
        <a:p>
          <a:endParaRPr lang="en-US"/>
        </a:p>
      </dgm:t>
    </dgm:pt>
    <dgm:pt modelId="{6788E7AD-5D6F-4E07-A4FD-984595CF5B5B}" type="pres">
      <dgm:prSet presAssocID="{346C94EA-2E6D-4F25-B03E-8A0540449873}" presName="root" presStyleCnt="0">
        <dgm:presLayoutVars>
          <dgm:dir/>
          <dgm:resizeHandles val="exact"/>
        </dgm:presLayoutVars>
      </dgm:prSet>
      <dgm:spPr/>
    </dgm:pt>
    <dgm:pt modelId="{AC5F5CD2-73F3-41CE-8461-00A588CF0AC4}" type="pres">
      <dgm:prSet presAssocID="{34368A1D-AD30-4CDF-8061-03E7831E9629}" presName="compNode" presStyleCnt="0"/>
      <dgm:spPr/>
    </dgm:pt>
    <dgm:pt modelId="{4FF23852-CDA6-4480-82EC-BF5F0E45AC3E}" type="pres">
      <dgm:prSet presAssocID="{34368A1D-AD30-4CDF-8061-03E7831E9629}" presName="iconBgRect" presStyleLbl="bgShp" presStyleIdx="0" presStyleCnt="4"/>
      <dgm:spPr/>
    </dgm:pt>
    <dgm:pt modelId="{E8F5193C-B998-4C50-AA08-D9A2CF030AF7}" type="pres">
      <dgm:prSet presAssocID="{34368A1D-AD30-4CDF-8061-03E7831E962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int"/>
        </a:ext>
      </dgm:extLst>
    </dgm:pt>
    <dgm:pt modelId="{8E77D18D-9323-4841-AFD1-7BF9108602C3}" type="pres">
      <dgm:prSet presAssocID="{34368A1D-AD30-4CDF-8061-03E7831E9629}" presName="spaceRect" presStyleCnt="0"/>
      <dgm:spPr/>
    </dgm:pt>
    <dgm:pt modelId="{A85CC02D-7348-44C9-9695-5168C278C41C}" type="pres">
      <dgm:prSet presAssocID="{34368A1D-AD30-4CDF-8061-03E7831E9629}" presName="textRect" presStyleLbl="revTx" presStyleIdx="0" presStyleCnt="4">
        <dgm:presLayoutVars>
          <dgm:chMax val="1"/>
          <dgm:chPref val="1"/>
        </dgm:presLayoutVars>
      </dgm:prSet>
      <dgm:spPr/>
    </dgm:pt>
    <dgm:pt modelId="{460D7BA0-A4D1-451A-961B-EEFE5D2AAA06}" type="pres">
      <dgm:prSet presAssocID="{66749C97-E347-4535-A1A0-18C823748EE7}" presName="sibTrans" presStyleCnt="0"/>
      <dgm:spPr/>
    </dgm:pt>
    <dgm:pt modelId="{263767E4-4EA3-4BAB-B60D-C49A4772B3C6}" type="pres">
      <dgm:prSet presAssocID="{636D982F-F031-4E3F-A54E-E0085CD3C61F}" presName="compNode" presStyleCnt="0"/>
      <dgm:spPr/>
    </dgm:pt>
    <dgm:pt modelId="{5C14EEEB-0588-4217-BA45-F4D1EE89DAA9}" type="pres">
      <dgm:prSet presAssocID="{636D982F-F031-4E3F-A54E-E0085CD3C61F}" presName="iconBgRect" presStyleLbl="bgShp" presStyleIdx="1" presStyleCnt="4"/>
      <dgm:spPr/>
    </dgm:pt>
    <dgm:pt modelId="{524AE0B6-DC27-4F30-A31E-B175C62055D4}" type="pres">
      <dgm:prSet presAssocID="{636D982F-F031-4E3F-A54E-E0085CD3C6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6487977-69CF-45EF-8ABB-0470AC3E426A}" type="pres">
      <dgm:prSet presAssocID="{636D982F-F031-4E3F-A54E-E0085CD3C61F}" presName="spaceRect" presStyleCnt="0"/>
      <dgm:spPr/>
    </dgm:pt>
    <dgm:pt modelId="{9ECE7DAC-00D1-48EC-8943-3EE82C11B2FD}" type="pres">
      <dgm:prSet presAssocID="{636D982F-F031-4E3F-A54E-E0085CD3C61F}" presName="textRect" presStyleLbl="revTx" presStyleIdx="1" presStyleCnt="4">
        <dgm:presLayoutVars>
          <dgm:chMax val="1"/>
          <dgm:chPref val="1"/>
        </dgm:presLayoutVars>
      </dgm:prSet>
      <dgm:spPr/>
    </dgm:pt>
    <dgm:pt modelId="{EFD9CC20-3B0E-42AE-B6E4-17FDC324123C}" type="pres">
      <dgm:prSet presAssocID="{0F9425C0-DBC5-4022-8EC8-A5BB0DE7ADE4}" presName="sibTrans" presStyleCnt="0"/>
      <dgm:spPr/>
    </dgm:pt>
    <dgm:pt modelId="{0359F917-EE56-46F1-9072-F1722B4EF6F1}" type="pres">
      <dgm:prSet presAssocID="{DD526E35-CDB9-42E2-9EDB-D9948E8B00C2}" presName="compNode" presStyleCnt="0"/>
      <dgm:spPr/>
    </dgm:pt>
    <dgm:pt modelId="{A86603D9-CF67-485B-98D9-15A64CC33E98}" type="pres">
      <dgm:prSet presAssocID="{DD526E35-CDB9-42E2-9EDB-D9948E8B00C2}" presName="iconBgRect" presStyleLbl="bgShp" presStyleIdx="2" presStyleCnt="4"/>
      <dgm:spPr/>
    </dgm:pt>
    <dgm:pt modelId="{8B8F9A91-0EFA-4230-80F1-24A0B2A8BA31}" type="pres">
      <dgm:prSet presAssocID="{DD526E35-CDB9-42E2-9EDB-D9948E8B00C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F682A6F-8C98-4B68-A72A-FBAC63DB0DA9}" type="pres">
      <dgm:prSet presAssocID="{DD526E35-CDB9-42E2-9EDB-D9948E8B00C2}" presName="spaceRect" presStyleCnt="0"/>
      <dgm:spPr/>
    </dgm:pt>
    <dgm:pt modelId="{9955A4B0-BDA9-4A44-B8D9-B4BC6D6D843B}" type="pres">
      <dgm:prSet presAssocID="{DD526E35-CDB9-42E2-9EDB-D9948E8B00C2}" presName="textRect" presStyleLbl="revTx" presStyleIdx="2" presStyleCnt="4">
        <dgm:presLayoutVars>
          <dgm:chMax val="1"/>
          <dgm:chPref val="1"/>
        </dgm:presLayoutVars>
      </dgm:prSet>
      <dgm:spPr/>
    </dgm:pt>
    <dgm:pt modelId="{55BA55BD-5B7D-490D-BB9D-C977EA64365B}" type="pres">
      <dgm:prSet presAssocID="{EF4DFF79-C006-48C6-AA25-3EE97845C588}" presName="sibTrans" presStyleCnt="0"/>
      <dgm:spPr/>
    </dgm:pt>
    <dgm:pt modelId="{06AAAA45-EFCD-4CB8-B14C-1B413684F9F0}" type="pres">
      <dgm:prSet presAssocID="{DBFFFBAB-8604-4BD0-9460-EA98B82CE226}" presName="compNode" presStyleCnt="0"/>
      <dgm:spPr/>
    </dgm:pt>
    <dgm:pt modelId="{CD4C94E5-8B93-4F92-B70E-F4C5439326BA}" type="pres">
      <dgm:prSet presAssocID="{DBFFFBAB-8604-4BD0-9460-EA98B82CE226}" presName="iconBgRect" presStyleLbl="bgShp" presStyleIdx="3" presStyleCnt="4"/>
      <dgm:spPr/>
    </dgm:pt>
    <dgm:pt modelId="{5770E0E7-794F-4BB6-A240-DA098EA359EF}" type="pres">
      <dgm:prSet presAssocID="{DBFFFBAB-8604-4BD0-9460-EA98B82CE22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A23920C-E89A-46AC-8142-F5654BAE4A08}" type="pres">
      <dgm:prSet presAssocID="{DBFFFBAB-8604-4BD0-9460-EA98B82CE226}" presName="spaceRect" presStyleCnt="0"/>
      <dgm:spPr/>
    </dgm:pt>
    <dgm:pt modelId="{DFFC6976-5B65-4D84-AB0E-5699D1B4D284}" type="pres">
      <dgm:prSet presAssocID="{DBFFFBAB-8604-4BD0-9460-EA98B82CE22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1761515-E185-4540-844D-6E99792989AE}" type="presOf" srcId="{346C94EA-2E6D-4F25-B03E-8A0540449873}" destId="{6788E7AD-5D6F-4E07-A4FD-984595CF5B5B}" srcOrd="0" destOrd="0" presId="urn:microsoft.com/office/officeart/2018/5/layout/IconCircleLabelList"/>
    <dgm:cxn modelId="{97140441-136E-44DD-9E27-4ACAC5900F33}" srcId="{346C94EA-2E6D-4F25-B03E-8A0540449873}" destId="{DBFFFBAB-8604-4BD0-9460-EA98B82CE226}" srcOrd="3" destOrd="0" parTransId="{DD7246A2-06AD-43A6-8671-7E433D913C09}" sibTransId="{32EA1353-C8FD-4E07-B264-8D2BFBC50499}"/>
    <dgm:cxn modelId="{45747544-8CD1-4553-96FE-76958DC8321A}" type="presOf" srcId="{636D982F-F031-4E3F-A54E-E0085CD3C61F}" destId="{9ECE7DAC-00D1-48EC-8943-3EE82C11B2FD}" srcOrd="0" destOrd="0" presId="urn:microsoft.com/office/officeart/2018/5/layout/IconCircleLabelList"/>
    <dgm:cxn modelId="{9666BA84-CE4C-489F-8C6E-9205DD19943B}" srcId="{346C94EA-2E6D-4F25-B03E-8A0540449873}" destId="{636D982F-F031-4E3F-A54E-E0085CD3C61F}" srcOrd="1" destOrd="0" parTransId="{8C2A989C-C1B1-4007-9AFD-972D737A15E8}" sibTransId="{0F9425C0-DBC5-4022-8EC8-A5BB0DE7ADE4}"/>
    <dgm:cxn modelId="{52FA9C97-7BB6-4F67-BA04-BA38B8EABF14}" type="presOf" srcId="{DBFFFBAB-8604-4BD0-9460-EA98B82CE226}" destId="{DFFC6976-5B65-4D84-AB0E-5699D1B4D284}" srcOrd="0" destOrd="0" presId="urn:microsoft.com/office/officeart/2018/5/layout/IconCircleLabelList"/>
    <dgm:cxn modelId="{95433AA6-BFA7-4FBC-942B-E120FB6E96B0}" srcId="{346C94EA-2E6D-4F25-B03E-8A0540449873}" destId="{DD526E35-CDB9-42E2-9EDB-D9948E8B00C2}" srcOrd="2" destOrd="0" parTransId="{644B8B5A-CAB2-47A8-9691-E06C7244C3E1}" sibTransId="{EF4DFF79-C006-48C6-AA25-3EE97845C588}"/>
    <dgm:cxn modelId="{574EF0AA-89E3-4029-AA90-F7907FA9819B}" type="presOf" srcId="{34368A1D-AD30-4CDF-8061-03E7831E9629}" destId="{A85CC02D-7348-44C9-9695-5168C278C41C}" srcOrd="0" destOrd="0" presId="urn:microsoft.com/office/officeart/2018/5/layout/IconCircleLabelList"/>
    <dgm:cxn modelId="{C897EEBC-13A1-48C5-97A0-E3CE2FFBA822}" srcId="{346C94EA-2E6D-4F25-B03E-8A0540449873}" destId="{34368A1D-AD30-4CDF-8061-03E7831E9629}" srcOrd="0" destOrd="0" parTransId="{AC8A2FF3-7F85-446D-8E83-B7813F3B6CD7}" sibTransId="{66749C97-E347-4535-A1A0-18C823748EE7}"/>
    <dgm:cxn modelId="{3CB37DF6-DC02-4B9D-AC4F-BC5D2A945F92}" type="presOf" srcId="{DD526E35-CDB9-42E2-9EDB-D9948E8B00C2}" destId="{9955A4B0-BDA9-4A44-B8D9-B4BC6D6D843B}" srcOrd="0" destOrd="0" presId="urn:microsoft.com/office/officeart/2018/5/layout/IconCircleLabelList"/>
    <dgm:cxn modelId="{9BB71306-47DA-4F3D-8212-1C9710DCFE9C}" type="presParOf" srcId="{6788E7AD-5D6F-4E07-A4FD-984595CF5B5B}" destId="{AC5F5CD2-73F3-41CE-8461-00A588CF0AC4}" srcOrd="0" destOrd="0" presId="urn:microsoft.com/office/officeart/2018/5/layout/IconCircleLabelList"/>
    <dgm:cxn modelId="{4F3BDF83-38A4-4772-8090-F70B1CEAD65D}" type="presParOf" srcId="{AC5F5CD2-73F3-41CE-8461-00A588CF0AC4}" destId="{4FF23852-CDA6-4480-82EC-BF5F0E45AC3E}" srcOrd="0" destOrd="0" presId="urn:microsoft.com/office/officeart/2018/5/layout/IconCircleLabelList"/>
    <dgm:cxn modelId="{D287E005-C825-47D2-B064-B82BB88CFAC8}" type="presParOf" srcId="{AC5F5CD2-73F3-41CE-8461-00A588CF0AC4}" destId="{E8F5193C-B998-4C50-AA08-D9A2CF030AF7}" srcOrd="1" destOrd="0" presId="urn:microsoft.com/office/officeart/2018/5/layout/IconCircleLabelList"/>
    <dgm:cxn modelId="{E1518AA3-BB81-4477-9691-4C4098439655}" type="presParOf" srcId="{AC5F5CD2-73F3-41CE-8461-00A588CF0AC4}" destId="{8E77D18D-9323-4841-AFD1-7BF9108602C3}" srcOrd="2" destOrd="0" presId="urn:microsoft.com/office/officeart/2018/5/layout/IconCircleLabelList"/>
    <dgm:cxn modelId="{039A2072-C751-435C-BC0A-D9688C312E36}" type="presParOf" srcId="{AC5F5CD2-73F3-41CE-8461-00A588CF0AC4}" destId="{A85CC02D-7348-44C9-9695-5168C278C41C}" srcOrd="3" destOrd="0" presId="urn:microsoft.com/office/officeart/2018/5/layout/IconCircleLabelList"/>
    <dgm:cxn modelId="{D0CF5685-DA08-4486-A1E3-086775C8BFC4}" type="presParOf" srcId="{6788E7AD-5D6F-4E07-A4FD-984595CF5B5B}" destId="{460D7BA0-A4D1-451A-961B-EEFE5D2AAA06}" srcOrd="1" destOrd="0" presId="urn:microsoft.com/office/officeart/2018/5/layout/IconCircleLabelList"/>
    <dgm:cxn modelId="{9075AC1D-424E-42DE-8AB6-C4A081A4916F}" type="presParOf" srcId="{6788E7AD-5D6F-4E07-A4FD-984595CF5B5B}" destId="{263767E4-4EA3-4BAB-B60D-C49A4772B3C6}" srcOrd="2" destOrd="0" presId="urn:microsoft.com/office/officeart/2018/5/layout/IconCircleLabelList"/>
    <dgm:cxn modelId="{BEC9912A-CB31-4F85-9B56-7D4DCEB1D484}" type="presParOf" srcId="{263767E4-4EA3-4BAB-B60D-C49A4772B3C6}" destId="{5C14EEEB-0588-4217-BA45-F4D1EE89DAA9}" srcOrd="0" destOrd="0" presId="urn:microsoft.com/office/officeart/2018/5/layout/IconCircleLabelList"/>
    <dgm:cxn modelId="{C3F454F3-6D22-43B5-8DFD-D69025A23D7E}" type="presParOf" srcId="{263767E4-4EA3-4BAB-B60D-C49A4772B3C6}" destId="{524AE0B6-DC27-4F30-A31E-B175C62055D4}" srcOrd="1" destOrd="0" presId="urn:microsoft.com/office/officeart/2018/5/layout/IconCircleLabelList"/>
    <dgm:cxn modelId="{37ED4195-92C3-4760-9E6A-022B99EC21EE}" type="presParOf" srcId="{263767E4-4EA3-4BAB-B60D-C49A4772B3C6}" destId="{76487977-69CF-45EF-8ABB-0470AC3E426A}" srcOrd="2" destOrd="0" presId="urn:microsoft.com/office/officeart/2018/5/layout/IconCircleLabelList"/>
    <dgm:cxn modelId="{0EB208F6-D618-4157-B133-3E72C5A5C617}" type="presParOf" srcId="{263767E4-4EA3-4BAB-B60D-C49A4772B3C6}" destId="{9ECE7DAC-00D1-48EC-8943-3EE82C11B2FD}" srcOrd="3" destOrd="0" presId="urn:microsoft.com/office/officeart/2018/5/layout/IconCircleLabelList"/>
    <dgm:cxn modelId="{D9E73629-A065-4FF2-8204-52DDC3A6271A}" type="presParOf" srcId="{6788E7AD-5D6F-4E07-A4FD-984595CF5B5B}" destId="{EFD9CC20-3B0E-42AE-B6E4-17FDC324123C}" srcOrd="3" destOrd="0" presId="urn:microsoft.com/office/officeart/2018/5/layout/IconCircleLabelList"/>
    <dgm:cxn modelId="{4A48B7BC-7C2E-41C4-8FCB-0DFA5D51CAFB}" type="presParOf" srcId="{6788E7AD-5D6F-4E07-A4FD-984595CF5B5B}" destId="{0359F917-EE56-46F1-9072-F1722B4EF6F1}" srcOrd="4" destOrd="0" presId="urn:microsoft.com/office/officeart/2018/5/layout/IconCircleLabelList"/>
    <dgm:cxn modelId="{B5612E15-CE22-4B82-9791-8CCB8E8F6DF6}" type="presParOf" srcId="{0359F917-EE56-46F1-9072-F1722B4EF6F1}" destId="{A86603D9-CF67-485B-98D9-15A64CC33E98}" srcOrd="0" destOrd="0" presId="urn:microsoft.com/office/officeart/2018/5/layout/IconCircleLabelList"/>
    <dgm:cxn modelId="{4BA06ABF-964C-4A95-A993-EDDE27C27FDA}" type="presParOf" srcId="{0359F917-EE56-46F1-9072-F1722B4EF6F1}" destId="{8B8F9A91-0EFA-4230-80F1-24A0B2A8BA31}" srcOrd="1" destOrd="0" presId="urn:microsoft.com/office/officeart/2018/5/layout/IconCircleLabelList"/>
    <dgm:cxn modelId="{D05F8B4D-C138-444F-BBC9-3A8A36CCB9BD}" type="presParOf" srcId="{0359F917-EE56-46F1-9072-F1722B4EF6F1}" destId="{AF682A6F-8C98-4B68-A72A-FBAC63DB0DA9}" srcOrd="2" destOrd="0" presId="urn:microsoft.com/office/officeart/2018/5/layout/IconCircleLabelList"/>
    <dgm:cxn modelId="{D1151845-68E8-4251-AB77-C275543B4751}" type="presParOf" srcId="{0359F917-EE56-46F1-9072-F1722B4EF6F1}" destId="{9955A4B0-BDA9-4A44-B8D9-B4BC6D6D843B}" srcOrd="3" destOrd="0" presId="urn:microsoft.com/office/officeart/2018/5/layout/IconCircleLabelList"/>
    <dgm:cxn modelId="{902661CA-FCFC-4CE8-BAA8-72DCFC5FA5CA}" type="presParOf" srcId="{6788E7AD-5D6F-4E07-A4FD-984595CF5B5B}" destId="{55BA55BD-5B7D-490D-BB9D-C977EA64365B}" srcOrd="5" destOrd="0" presId="urn:microsoft.com/office/officeart/2018/5/layout/IconCircleLabelList"/>
    <dgm:cxn modelId="{854A3D27-689F-4D4B-B62F-4299E06E2E11}" type="presParOf" srcId="{6788E7AD-5D6F-4E07-A4FD-984595CF5B5B}" destId="{06AAAA45-EFCD-4CB8-B14C-1B413684F9F0}" srcOrd="6" destOrd="0" presId="urn:microsoft.com/office/officeart/2018/5/layout/IconCircleLabelList"/>
    <dgm:cxn modelId="{C010B63C-3CF9-4CBA-BB3F-1CFFD35002EB}" type="presParOf" srcId="{06AAAA45-EFCD-4CB8-B14C-1B413684F9F0}" destId="{CD4C94E5-8B93-4F92-B70E-F4C5439326BA}" srcOrd="0" destOrd="0" presId="urn:microsoft.com/office/officeart/2018/5/layout/IconCircleLabelList"/>
    <dgm:cxn modelId="{F1C77FAE-0036-4FCF-9BEB-CB6822DD4F25}" type="presParOf" srcId="{06AAAA45-EFCD-4CB8-B14C-1B413684F9F0}" destId="{5770E0E7-794F-4BB6-A240-DA098EA359EF}" srcOrd="1" destOrd="0" presId="urn:microsoft.com/office/officeart/2018/5/layout/IconCircleLabelList"/>
    <dgm:cxn modelId="{57612859-CDF0-4439-A916-C6344B58997E}" type="presParOf" srcId="{06AAAA45-EFCD-4CB8-B14C-1B413684F9F0}" destId="{1A23920C-E89A-46AC-8142-F5654BAE4A08}" srcOrd="2" destOrd="0" presId="urn:microsoft.com/office/officeart/2018/5/layout/IconCircleLabelList"/>
    <dgm:cxn modelId="{9DB7B8FE-E3E4-4B57-9CFB-3A9F49A41F22}" type="presParOf" srcId="{06AAAA45-EFCD-4CB8-B14C-1B413684F9F0}" destId="{DFFC6976-5B65-4D84-AB0E-5699D1B4D28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E251A1-0508-4A80-BEA1-9BAC5CE09407}" type="doc">
      <dgm:prSet loTypeId="urn:microsoft.com/office/officeart/2005/8/layout/chart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09766A8-088F-494D-A9D7-4F00ED6338F2}">
      <dgm:prSet/>
      <dgm:spPr>
        <a:solidFill>
          <a:schemeClr val="accent1"/>
        </a:solidFill>
      </dgm:spPr>
      <dgm:t>
        <a:bodyPr/>
        <a:lstStyle/>
        <a:p>
          <a:r>
            <a:rPr lang="en-DE" b="0" i="0" baseline="0"/>
            <a:t>Productivity</a:t>
          </a:r>
          <a:endParaRPr lang="en-US"/>
        </a:p>
      </dgm:t>
    </dgm:pt>
    <dgm:pt modelId="{8A82939A-412C-4F05-87C1-95288EA84B1C}" type="parTrans" cxnId="{74640D26-7210-46FB-A7F6-B3DC2F6193D0}">
      <dgm:prSet/>
      <dgm:spPr/>
      <dgm:t>
        <a:bodyPr/>
        <a:lstStyle/>
        <a:p>
          <a:endParaRPr lang="en-US"/>
        </a:p>
      </dgm:t>
    </dgm:pt>
    <dgm:pt modelId="{6ACBCBCD-20C7-40F5-AC05-4907AE66193F}" type="sibTrans" cxnId="{74640D26-7210-46FB-A7F6-B3DC2F6193D0}">
      <dgm:prSet/>
      <dgm:spPr/>
      <dgm:t>
        <a:bodyPr/>
        <a:lstStyle/>
        <a:p>
          <a:endParaRPr lang="en-US"/>
        </a:p>
      </dgm:t>
    </dgm:pt>
    <dgm:pt modelId="{9FF52C2A-B012-4430-8DB1-1B53F578D2C7}">
      <dgm:prSet/>
      <dgm:spPr/>
      <dgm:t>
        <a:bodyPr/>
        <a:lstStyle/>
        <a:p>
          <a:r>
            <a:rPr lang="en-DE" b="0" i="0" baseline="0"/>
            <a:t>Performance</a:t>
          </a:r>
          <a:endParaRPr lang="en-US"/>
        </a:p>
      </dgm:t>
    </dgm:pt>
    <dgm:pt modelId="{8CD7B10A-3864-45FC-B542-D01FD8492F00}" type="parTrans" cxnId="{3355B529-ED49-42EB-A323-457D718AB19C}">
      <dgm:prSet/>
      <dgm:spPr/>
      <dgm:t>
        <a:bodyPr/>
        <a:lstStyle/>
        <a:p>
          <a:endParaRPr lang="en-US"/>
        </a:p>
      </dgm:t>
    </dgm:pt>
    <dgm:pt modelId="{A49F4ACB-F464-4C90-8B13-9016D2346E10}" type="sibTrans" cxnId="{3355B529-ED49-42EB-A323-457D718AB19C}">
      <dgm:prSet/>
      <dgm:spPr/>
      <dgm:t>
        <a:bodyPr/>
        <a:lstStyle/>
        <a:p>
          <a:endParaRPr lang="en-US"/>
        </a:p>
      </dgm:t>
    </dgm:pt>
    <dgm:pt modelId="{86122C21-4A4B-4862-99AA-E229D02DE15F}">
      <dgm:prSet/>
      <dgm:spPr/>
      <dgm:t>
        <a:bodyPr/>
        <a:lstStyle/>
        <a:p>
          <a:r>
            <a:rPr lang="en-DE" b="0" i="0" baseline="0"/>
            <a:t>Resource utilization</a:t>
          </a:r>
          <a:endParaRPr lang="en-US"/>
        </a:p>
      </dgm:t>
    </dgm:pt>
    <dgm:pt modelId="{1969F528-83D4-464A-848A-C08C6EE4F9E0}" type="parTrans" cxnId="{D8672D78-A8D7-4320-98FC-FE89676D1D2B}">
      <dgm:prSet/>
      <dgm:spPr/>
      <dgm:t>
        <a:bodyPr/>
        <a:lstStyle/>
        <a:p>
          <a:endParaRPr lang="en-US"/>
        </a:p>
      </dgm:t>
    </dgm:pt>
    <dgm:pt modelId="{33F5848E-D2D9-4CFB-84F2-ECD51C3D7FE5}" type="sibTrans" cxnId="{D8672D78-A8D7-4320-98FC-FE89676D1D2B}">
      <dgm:prSet/>
      <dgm:spPr/>
      <dgm:t>
        <a:bodyPr/>
        <a:lstStyle/>
        <a:p>
          <a:endParaRPr lang="en-US"/>
        </a:p>
      </dgm:t>
    </dgm:pt>
    <dgm:pt modelId="{6039CF80-43E7-4356-B3B9-A464454FAA45}">
      <dgm:prSet/>
      <dgm:spPr/>
      <dgm:t>
        <a:bodyPr/>
        <a:lstStyle/>
        <a:p>
          <a:r>
            <a:rPr lang="en-DE" b="0" i="0" baseline="0"/>
            <a:t>Power consumption</a:t>
          </a:r>
          <a:endParaRPr lang="en-US"/>
        </a:p>
      </dgm:t>
    </dgm:pt>
    <dgm:pt modelId="{50346D7E-3925-453D-BDDA-F3B2F21481B3}" type="parTrans" cxnId="{C88EA103-37AE-454A-AF35-A4657AE2278B}">
      <dgm:prSet/>
      <dgm:spPr/>
      <dgm:t>
        <a:bodyPr/>
        <a:lstStyle/>
        <a:p>
          <a:endParaRPr lang="en-US"/>
        </a:p>
      </dgm:t>
    </dgm:pt>
    <dgm:pt modelId="{2050DA16-1F2E-4B6A-B951-580CC6BD24EF}" type="sibTrans" cxnId="{C88EA103-37AE-454A-AF35-A4657AE2278B}">
      <dgm:prSet/>
      <dgm:spPr/>
      <dgm:t>
        <a:bodyPr/>
        <a:lstStyle/>
        <a:p>
          <a:endParaRPr lang="en-US"/>
        </a:p>
      </dgm:t>
    </dgm:pt>
    <dgm:pt modelId="{862883CC-C6F1-4774-A208-76F874EF002E}">
      <dgm:prSet/>
      <dgm:spPr/>
      <dgm:t>
        <a:bodyPr/>
        <a:lstStyle/>
        <a:p>
          <a:r>
            <a:rPr lang="en-DE" b="0" i="0" baseline="0"/>
            <a:t>Verification complexity</a:t>
          </a:r>
          <a:endParaRPr lang="en-US"/>
        </a:p>
      </dgm:t>
    </dgm:pt>
    <dgm:pt modelId="{C92E6A95-3BD5-4C32-8BB7-7C43069833DC}" type="parTrans" cxnId="{D0D4AA51-DFD1-4A83-8C61-B455B8F7DCF4}">
      <dgm:prSet/>
      <dgm:spPr/>
      <dgm:t>
        <a:bodyPr/>
        <a:lstStyle/>
        <a:p>
          <a:endParaRPr lang="en-US"/>
        </a:p>
      </dgm:t>
    </dgm:pt>
    <dgm:pt modelId="{E8F03836-E856-4E91-88B4-EC7FA0EF65CB}" type="sibTrans" cxnId="{D0D4AA51-DFD1-4A83-8C61-B455B8F7DCF4}">
      <dgm:prSet/>
      <dgm:spPr/>
      <dgm:t>
        <a:bodyPr/>
        <a:lstStyle/>
        <a:p>
          <a:endParaRPr lang="en-US"/>
        </a:p>
      </dgm:t>
    </dgm:pt>
    <dgm:pt modelId="{A75FD475-EDDB-4792-8B2D-396591EDC4A2}">
      <dgm:prSet/>
      <dgm:spPr/>
      <dgm:t>
        <a:bodyPr/>
        <a:lstStyle/>
        <a:p>
          <a:r>
            <a:rPr lang="en-DE" b="0" i="0" baseline="0"/>
            <a:t>Maintainability</a:t>
          </a:r>
          <a:endParaRPr lang="en-US"/>
        </a:p>
      </dgm:t>
    </dgm:pt>
    <dgm:pt modelId="{1C7AE922-F045-4C56-85A8-773F391FDF30}" type="parTrans" cxnId="{B133782E-4D77-48DC-B3C8-FFA137940A80}">
      <dgm:prSet/>
      <dgm:spPr/>
      <dgm:t>
        <a:bodyPr/>
        <a:lstStyle/>
        <a:p>
          <a:endParaRPr lang="en-US"/>
        </a:p>
      </dgm:t>
    </dgm:pt>
    <dgm:pt modelId="{FA237632-E9E1-418F-80CD-5BF5C6CAB33A}" type="sibTrans" cxnId="{B133782E-4D77-48DC-B3C8-FFA137940A80}">
      <dgm:prSet/>
      <dgm:spPr/>
      <dgm:t>
        <a:bodyPr/>
        <a:lstStyle/>
        <a:p>
          <a:endParaRPr lang="en-US"/>
        </a:p>
      </dgm:t>
    </dgm:pt>
    <dgm:pt modelId="{3EF63E2D-70CB-47D8-803A-15260D9A1895}" type="pres">
      <dgm:prSet presAssocID="{79E251A1-0508-4A80-BEA1-9BAC5CE09407}" presName="compositeShape" presStyleCnt="0">
        <dgm:presLayoutVars>
          <dgm:chMax val="7"/>
          <dgm:dir/>
          <dgm:resizeHandles val="exact"/>
        </dgm:presLayoutVars>
      </dgm:prSet>
      <dgm:spPr/>
    </dgm:pt>
    <dgm:pt modelId="{5E60907B-8A8A-4990-93B2-068CFE222F5A}" type="pres">
      <dgm:prSet presAssocID="{79E251A1-0508-4A80-BEA1-9BAC5CE09407}" presName="wedge1" presStyleLbl="node1" presStyleIdx="0" presStyleCnt="6"/>
      <dgm:spPr/>
    </dgm:pt>
    <dgm:pt modelId="{66F86602-1BA8-4AA4-963A-990EB7675A8C}" type="pres">
      <dgm:prSet presAssocID="{79E251A1-0508-4A80-BEA1-9BAC5CE09407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5F8D770F-F45C-401C-9883-C76BF7F07105}" type="pres">
      <dgm:prSet presAssocID="{79E251A1-0508-4A80-BEA1-9BAC5CE09407}" presName="wedge2" presStyleLbl="node1" presStyleIdx="1" presStyleCnt="6"/>
      <dgm:spPr/>
    </dgm:pt>
    <dgm:pt modelId="{E35ABB4E-0DB5-4862-A055-D1D77B959033}" type="pres">
      <dgm:prSet presAssocID="{79E251A1-0508-4A80-BEA1-9BAC5CE09407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60B97C97-EF44-4AE8-91F9-4CA32B318F81}" type="pres">
      <dgm:prSet presAssocID="{79E251A1-0508-4A80-BEA1-9BAC5CE09407}" presName="wedge3" presStyleLbl="node1" presStyleIdx="2" presStyleCnt="6"/>
      <dgm:spPr/>
    </dgm:pt>
    <dgm:pt modelId="{25DCA419-2547-4A72-8F7C-65DC57CD9403}" type="pres">
      <dgm:prSet presAssocID="{79E251A1-0508-4A80-BEA1-9BAC5CE09407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2987428C-8FBF-48AA-B09A-EC46E0A22C21}" type="pres">
      <dgm:prSet presAssocID="{79E251A1-0508-4A80-BEA1-9BAC5CE09407}" presName="wedge4" presStyleLbl="node1" presStyleIdx="3" presStyleCnt="6"/>
      <dgm:spPr/>
    </dgm:pt>
    <dgm:pt modelId="{5D82D069-FD30-43F0-BF91-ED4C3B1A9651}" type="pres">
      <dgm:prSet presAssocID="{79E251A1-0508-4A80-BEA1-9BAC5CE09407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6D295C9A-2E33-4A9E-8FA4-FD8F5130E08C}" type="pres">
      <dgm:prSet presAssocID="{79E251A1-0508-4A80-BEA1-9BAC5CE09407}" presName="wedge5" presStyleLbl="node1" presStyleIdx="4" presStyleCnt="6"/>
      <dgm:spPr/>
    </dgm:pt>
    <dgm:pt modelId="{127B4FB5-9CC8-49A5-A812-44E8763FB7AC}" type="pres">
      <dgm:prSet presAssocID="{79E251A1-0508-4A80-BEA1-9BAC5CE09407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0F52DD61-C749-4897-919E-C672398F3EF7}" type="pres">
      <dgm:prSet presAssocID="{79E251A1-0508-4A80-BEA1-9BAC5CE09407}" presName="wedge6" presStyleLbl="node1" presStyleIdx="5" presStyleCnt="6"/>
      <dgm:spPr/>
    </dgm:pt>
    <dgm:pt modelId="{2B3FDE2D-78E0-436B-B46A-BD2F689960CD}" type="pres">
      <dgm:prSet presAssocID="{79E251A1-0508-4A80-BEA1-9BAC5CE09407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C88EA103-37AE-454A-AF35-A4657AE2278B}" srcId="{79E251A1-0508-4A80-BEA1-9BAC5CE09407}" destId="{6039CF80-43E7-4356-B3B9-A464454FAA45}" srcOrd="3" destOrd="0" parTransId="{50346D7E-3925-453D-BDDA-F3B2F21481B3}" sibTransId="{2050DA16-1F2E-4B6A-B951-580CC6BD24EF}"/>
    <dgm:cxn modelId="{74640D26-7210-46FB-A7F6-B3DC2F6193D0}" srcId="{79E251A1-0508-4A80-BEA1-9BAC5CE09407}" destId="{909766A8-088F-494D-A9D7-4F00ED6338F2}" srcOrd="0" destOrd="0" parTransId="{8A82939A-412C-4F05-87C1-95288EA84B1C}" sibTransId="{6ACBCBCD-20C7-40F5-AC05-4907AE66193F}"/>
    <dgm:cxn modelId="{3355B529-ED49-42EB-A323-457D718AB19C}" srcId="{79E251A1-0508-4A80-BEA1-9BAC5CE09407}" destId="{9FF52C2A-B012-4430-8DB1-1B53F578D2C7}" srcOrd="1" destOrd="0" parTransId="{8CD7B10A-3864-45FC-B542-D01FD8492F00}" sibTransId="{A49F4ACB-F464-4C90-8B13-9016D2346E10}"/>
    <dgm:cxn modelId="{190B7A2D-ACCD-4654-BC74-947111253F7C}" type="presOf" srcId="{9FF52C2A-B012-4430-8DB1-1B53F578D2C7}" destId="{5F8D770F-F45C-401C-9883-C76BF7F07105}" srcOrd="0" destOrd="0" presId="urn:microsoft.com/office/officeart/2005/8/layout/chart3"/>
    <dgm:cxn modelId="{B133782E-4D77-48DC-B3C8-FFA137940A80}" srcId="{79E251A1-0508-4A80-BEA1-9BAC5CE09407}" destId="{A75FD475-EDDB-4792-8B2D-396591EDC4A2}" srcOrd="5" destOrd="0" parTransId="{1C7AE922-F045-4C56-85A8-773F391FDF30}" sibTransId="{FA237632-E9E1-418F-80CD-5BF5C6CAB33A}"/>
    <dgm:cxn modelId="{1726EB47-982B-4D97-8E99-13B41DA0CF78}" type="presOf" srcId="{A75FD475-EDDB-4792-8B2D-396591EDC4A2}" destId="{2B3FDE2D-78E0-436B-B46A-BD2F689960CD}" srcOrd="1" destOrd="0" presId="urn:microsoft.com/office/officeart/2005/8/layout/chart3"/>
    <dgm:cxn modelId="{5131834A-F987-40CB-9C10-5B03C5788EF4}" type="presOf" srcId="{862883CC-C6F1-4774-A208-76F874EF002E}" destId="{127B4FB5-9CC8-49A5-A812-44E8763FB7AC}" srcOrd="1" destOrd="0" presId="urn:microsoft.com/office/officeart/2005/8/layout/chart3"/>
    <dgm:cxn modelId="{D0D4AA51-DFD1-4A83-8C61-B455B8F7DCF4}" srcId="{79E251A1-0508-4A80-BEA1-9BAC5CE09407}" destId="{862883CC-C6F1-4774-A208-76F874EF002E}" srcOrd="4" destOrd="0" parTransId="{C92E6A95-3BD5-4C32-8BB7-7C43069833DC}" sibTransId="{E8F03836-E856-4E91-88B4-EC7FA0EF65CB}"/>
    <dgm:cxn modelId="{B6FD3A53-484F-47B2-B8B6-4D98C7031AA7}" type="presOf" srcId="{909766A8-088F-494D-A9D7-4F00ED6338F2}" destId="{66F86602-1BA8-4AA4-963A-990EB7675A8C}" srcOrd="1" destOrd="0" presId="urn:microsoft.com/office/officeart/2005/8/layout/chart3"/>
    <dgm:cxn modelId="{D8672D78-A8D7-4320-98FC-FE89676D1D2B}" srcId="{79E251A1-0508-4A80-BEA1-9BAC5CE09407}" destId="{86122C21-4A4B-4862-99AA-E229D02DE15F}" srcOrd="2" destOrd="0" parTransId="{1969F528-83D4-464A-848A-C08C6EE4F9E0}" sibTransId="{33F5848E-D2D9-4CFB-84F2-ECD51C3D7FE5}"/>
    <dgm:cxn modelId="{B7BD7181-1C62-4CAD-9C6C-C3949AB311EA}" type="presOf" srcId="{862883CC-C6F1-4774-A208-76F874EF002E}" destId="{6D295C9A-2E33-4A9E-8FA4-FD8F5130E08C}" srcOrd="0" destOrd="0" presId="urn:microsoft.com/office/officeart/2005/8/layout/chart3"/>
    <dgm:cxn modelId="{FA1AC285-ACFB-4512-9942-7E2ACBB38BEB}" type="presOf" srcId="{6039CF80-43E7-4356-B3B9-A464454FAA45}" destId="{2987428C-8FBF-48AA-B09A-EC46E0A22C21}" srcOrd="0" destOrd="0" presId="urn:microsoft.com/office/officeart/2005/8/layout/chart3"/>
    <dgm:cxn modelId="{75520294-BA99-4C92-87B0-B3F728DE9912}" type="presOf" srcId="{86122C21-4A4B-4862-99AA-E229D02DE15F}" destId="{25DCA419-2547-4A72-8F7C-65DC57CD9403}" srcOrd="1" destOrd="0" presId="urn:microsoft.com/office/officeart/2005/8/layout/chart3"/>
    <dgm:cxn modelId="{C3A21FA2-4306-4F66-AD82-26041A19305E}" type="presOf" srcId="{909766A8-088F-494D-A9D7-4F00ED6338F2}" destId="{5E60907B-8A8A-4990-93B2-068CFE222F5A}" srcOrd="0" destOrd="0" presId="urn:microsoft.com/office/officeart/2005/8/layout/chart3"/>
    <dgm:cxn modelId="{1D17E4CF-9C6F-40ED-8D21-291C85583BEE}" type="presOf" srcId="{9FF52C2A-B012-4430-8DB1-1B53F578D2C7}" destId="{E35ABB4E-0DB5-4862-A055-D1D77B959033}" srcOrd="1" destOrd="0" presId="urn:microsoft.com/office/officeart/2005/8/layout/chart3"/>
    <dgm:cxn modelId="{2FED3DDA-5353-42B5-872B-9CBC44AABF08}" type="presOf" srcId="{A75FD475-EDDB-4792-8B2D-396591EDC4A2}" destId="{0F52DD61-C749-4897-919E-C672398F3EF7}" srcOrd="0" destOrd="0" presId="urn:microsoft.com/office/officeart/2005/8/layout/chart3"/>
    <dgm:cxn modelId="{4EA238E0-6889-4CC1-9173-F8F9CB9C7753}" type="presOf" srcId="{86122C21-4A4B-4862-99AA-E229D02DE15F}" destId="{60B97C97-EF44-4AE8-91F9-4CA32B318F81}" srcOrd="0" destOrd="0" presId="urn:microsoft.com/office/officeart/2005/8/layout/chart3"/>
    <dgm:cxn modelId="{DA0913EB-5D13-4009-B52F-D2C5DAE1C0B7}" type="presOf" srcId="{6039CF80-43E7-4356-B3B9-A464454FAA45}" destId="{5D82D069-FD30-43F0-BF91-ED4C3B1A9651}" srcOrd="1" destOrd="0" presId="urn:microsoft.com/office/officeart/2005/8/layout/chart3"/>
    <dgm:cxn modelId="{DCA72DF1-6FB7-4CEE-9037-63E6F7149B2E}" type="presOf" srcId="{79E251A1-0508-4A80-BEA1-9BAC5CE09407}" destId="{3EF63E2D-70CB-47D8-803A-15260D9A1895}" srcOrd="0" destOrd="0" presId="urn:microsoft.com/office/officeart/2005/8/layout/chart3"/>
    <dgm:cxn modelId="{2E75CFF2-3304-4E32-8C50-D71DA2BB4561}" type="presParOf" srcId="{3EF63E2D-70CB-47D8-803A-15260D9A1895}" destId="{5E60907B-8A8A-4990-93B2-068CFE222F5A}" srcOrd="0" destOrd="0" presId="urn:microsoft.com/office/officeart/2005/8/layout/chart3"/>
    <dgm:cxn modelId="{953BE9FF-2325-4336-B620-86B91F3B232A}" type="presParOf" srcId="{3EF63E2D-70CB-47D8-803A-15260D9A1895}" destId="{66F86602-1BA8-4AA4-963A-990EB7675A8C}" srcOrd="1" destOrd="0" presId="urn:microsoft.com/office/officeart/2005/8/layout/chart3"/>
    <dgm:cxn modelId="{284A70BD-E20D-477C-BACB-AA06CBA122F4}" type="presParOf" srcId="{3EF63E2D-70CB-47D8-803A-15260D9A1895}" destId="{5F8D770F-F45C-401C-9883-C76BF7F07105}" srcOrd="2" destOrd="0" presId="urn:microsoft.com/office/officeart/2005/8/layout/chart3"/>
    <dgm:cxn modelId="{453059DD-6F10-4A7D-9923-59572A79B90F}" type="presParOf" srcId="{3EF63E2D-70CB-47D8-803A-15260D9A1895}" destId="{E35ABB4E-0DB5-4862-A055-D1D77B959033}" srcOrd="3" destOrd="0" presId="urn:microsoft.com/office/officeart/2005/8/layout/chart3"/>
    <dgm:cxn modelId="{CC940039-D5EE-4498-9B2C-51001E6ED041}" type="presParOf" srcId="{3EF63E2D-70CB-47D8-803A-15260D9A1895}" destId="{60B97C97-EF44-4AE8-91F9-4CA32B318F81}" srcOrd="4" destOrd="0" presId="urn:microsoft.com/office/officeart/2005/8/layout/chart3"/>
    <dgm:cxn modelId="{4B953190-E1AD-4D9C-9A56-10B02E2B57BB}" type="presParOf" srcId="{3EF63E2D-70CB-47D8-803A-15260D9A1895}" destId="{25DCA419-2547-4A72-8F7C-65DC57CD9403}" srcOrd="5" destOrd="0" presId="urn:microsoft.com/office/officeart/2005/8/layout/chart3"/>
    <dgm:cxn modelId="{157827B9-CEB5-4AF2-9D0F-C34BE96A1D28}" type="presParOf" srcId="{3EF63E2D-70CB-47D8-803A-15260D9A1895}" destId="{2987428C-8FBF-48AA-B09A-EC46E0A22C21}" srcOrd="6" destOrd="0" presId="urn:microsoft.com/office/officeart/2005/8/layout/chart3"/>
    <dgm:cxn modelId="{B0022902-BB0D-4244-802D-1A61273219FD}" type="presParOf" srcId="{3EF63E2D-70CB-47D8-803A-15260D9A1895}" destId="{5D82D069-FD30-43F0-BF91-ED4C3B1A9651}" srcOrd="7" destOrd="0" presId="urn:microsoft.com/office/officeart/2005/8/layout/chart3"/>
    <dgm:cxn modelId="{16395231-979A-4D51-90A1-B124EDBD6A24}" type="presParOf" srcId="{3EF63E2D-70CB-47D8-803A-15260D9A1895}" destId="{6D295C9A-2E33-4A9E-8FA4-FD8F5130E08C}" srcOrd="8" destOrd="0" presId="urn:microsoft.com/office/officeart/2005/8/layout/chart3"/>
    <dgm:cxn modelId="{AFFEC96F-F8BA-4651-9712-D1CE00D5BC70}" type="presParOf" srcId="{3EF63E2D-70CB-47D8-803A-15260D9A1895}" destId="{127B4FB5-9CC8-49A5-A812-44E8763FB7AC}" srcOrd="9" destOrd="0" presId="urn:microsoft.com/office/officeart/2005/8/layout/chart3"/>
    <dgm:cxn modelId="{4036E207-AA63-4CF7-8588-4F45DD208B0A}" type="presParOf" srcId="{3EF63E2D-70CB-47D8-803A-15260D9A1895}" destId="{0F52DD61-C749-4897-919E-C672398F3EF7}" srcOrd="10" destOrd="0" presId="urn:microsoft.com/office/officeart/2005/8/layout/chart3"/>
    <dgm:cxn modelId="{4153C484-3F52-4777-A97F-F4628B0EFD77}" type="presParOf" srcId="{3EF63E2D-70CB-47D8-803A-15260D9A1895}" destId="{2B3FDE2D-78E0-436B-B46A-BD2F689960CD}" srcOrd="1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FF885EE-1648-48C4-BADE-B095C23B8D84}" type="doc">
      <dgm:prSet loTypeId="urn:microsoft.com/office/officeart/2005/8/layout/hierarchy1" loCatId="hierarchy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25FE10F-6F77-46BD-87E5-12ED0E2EF3A4}">
      <dgm:prSet/>
      <dgm:spPr/>
      <dgm:t>
        <a:bodyPr/>
        <a:lstStyle/>
        <a:p>
          <a:r>
            <a:rPr lang="en-DE" b="0" i="0" baseline="0"/>
            <a:t>HDL → high performance, low productivity</a:t>
          </a:r>
          <a:endParaRPr lang="en-US"/>
        </a:p>
      </dgm:t>
    </dgm:pt>
    <dgm:pt modelId="{50F9F8E1-06C1-486A-96D4-A61FB3DD45C3}" type="parTrans" cxnId="{3DFAE010-0F99-4989-BA8C-7BB6B5331684}">
      <dgm:prSet/>
      <dgm:spPr/>
      <dgm:t>
        <a:bodyPr/>
        <a:lstStyle/>
        <a:p>
          <a:endParaRPr lang="en-US"/>
        </a:p>
      </dgm:t>
    </dgm:pt>
    <dgm:pt modelId="{C086F7F6-FE4D-41E0-8A20-0C55926DD401}" type="sibTrans" cxnId="{3DFAE010-0F99-4989-BA8C-7BB6B5331684}">
      <dgm:prSet/>
      <dgm:spPr/>
      <dgm:t>
        <a:bodyPr/>
        <a:lstStyle/>
        <a:p>
          <a:endParaRPr lang="en-US"/>
        </a:p>
      </dgm:t>
    </dgm:pt>
    <dgm:pt modelId="{12181BFA-0F27-4D51-9C53-E340C65F413A}">
      <dgm:prSet/>
      <dgm:spPr/>
      <dgm:t>
        <a:bodyPr/>
        <a:lstStyle/>
        <a:p>
          <a:r>
            <a:rPr lang="en-DE" b="0" i="0" baseline="0"/>
            <a:t>HLS → high productivity, performance depends on tuning</a:t>
          </a:r>
          <a:endParaRPr lang="en-US"/>
        </a:p>
      </dgm:t>
    </dgm:pt>
    <dgm:pt modelId="{EC0D4F64-0782-4808-8828-D368B3F0B128}" type="parTrans" cxnId="{94B8DBA6-82BF-4E9E-BA7C-8CCF0709D953}">
      <dgm:prSet/>
      <dgm:spPr/>
      <dgm:t>
        <a:bodyPr/>
        <a:lstStyle/>
        <a:p>
          <a:endParaRPr lang="en-US"/>
        </a:p>
      </dgm:t>
    </dgm:pt>
    <dgm:pt modelId="{7230CF6A-C952-4BB3-A75E-B4CADD50CC86}" type="sibTrans" cxnId="{94B8DBA6-82BF-4E9E-BA7C-8CCF0709D953}">
      <dgm:prSet/>
      <dgm:spPr/>
      <dgm:t>
        <a:bodyPr/>
        <a:lstStyle/>
        <a:p>
          <a:endParaRPr lang="en-US"/>
        </a:p>
      </dgm:t>
    </dgm:pt>
    <dgm:pt modelId="{6B8FB496-4657-4BE5-8C53-31A9BC549898}">
      <dgm:prSet/>
      <dgm:spPr/>
      <dgm:t>
        <a:bodyPr/>
        <a:lstStyle/>
        <a:p>
          <a:r>
            <a:rPr lang="en-DE" b="0" i="0" baseline="0"/>
            <a:t>Trade-off between abstraction and control</a:t>
          </a:r>
          <a:endParaRPr lang="en-US"/>
        </a:p>
      </dgm:t>
    </dgm:pt>
    <dgm:pt modelId="{E3B93465-42B1-4402-9715-204DF7E011C4}" type="parTrans" cxnId="{A11A4CF0-0ADC-46C0-89C4-E31E4C32CA21}">
      <dgm:prSet/>
      <dgm:spPr/>
      <dgm:t>
        <a:bodyPr/>
        <a:lstStyle/>
        <a:p>
          <a:endParaRPr lang="en-US"/>
        </a:p>
      </dgm:t>
    </dgm:pt>
    <dgm:pt modelId="{5F7C89E5-871C-4E12-A447-B40936728068}" type="sibTrans" cxnId="{A11A4CF0-0ADC-46C0-89C4-E31E4C32CA21}">
      <dgm:prSet/>
      <dgm:spPr/>
      <dgm:t>
        <a:bodyPr/>
        <a:lstStyle/>
        <a:p>
          <a:endParaRPr lang="en-US"/>
        </a:p>
      </dgm:t>
    </dgm:pt>
    <dgm:pt modelId="{DF87E830-491F-45E1-8FEC-12689309D842}" type="pres">
      <dgm:prSet presAssocID="{CFF885EE-1648-48C4-BADE-B095C23B8D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F0F6E5-2580-4E99-BE70-77876E70A3D5}" type="pres">
      <dgm:prSet presAssocID="{025FE10F-6F77-46BD-87E5-12ED0E2EF3A4}" presName="hierRoot1" presStyleCnt="0"/>
      <dgm:spPr/>
    </dgm:pt>
    <dgm:pt modelId="{08E51081-AE1D-49EF-9E5D-F7B03E570441}" type="pres">
      <dgm:prSet presAssocID="{025FE10F-6F77-46BD-87E5-12ED0E2EF3A4}" presName="composite" presStyleCnt="0"/>
      <dgm:spPr/>
    </dgm:pt>
    <dgm:pt modelId="{4A3F8CC6-A672-4ADB-9F58-3683BA9ED702}" type="pres">
      <dgm:prSet presAssocID="{025FE10F-6F77-46BD-87E5-12ED0E2EF3A4}" presName="background" presStyleLbl="node0" presStyleIdx="0" presStyleCnt="3"/>
      <dgm:spPr/>
    </dgm:pt>
    <dgm:pt modelId="{E5F9FF70-B22D-42E9-8AC3-9332E1D71E2D}" type="pres">
      <dgm:prSet presAssocID="{025FE10F-6F77-46BD-87E5-12ED0E2EF3A4}" presName="text" presStyleLbl="fgAcc0" presStyleIdx="0" presStyleCnt="3">
        <dgm:presLayoutVars>
          <dgm:chPref val="3"/>
        </dgm:presLayoutVars>
      </dgm:prSet>
      <dgm:spPr/>
    </dgm:pt>
    <dgm:pt modelId="{FDF9EE6C-CBB2-4892-B7B6-F9CD7E72E69F}" type="pres">
      <dgm:prSet presAssocID="{025FE10F-6F77-46BD-87E5-12ED0E2EF3A4}" presName="hierChild2" presStyleCnt="0"/>
      <dgm:spPr/>
    </dgm:pt>
    <dgm:pt modelId="{B8C1E084-B2B9-4E11-A04C-7F91583CCC1C}" type="pres">
      <dgm:prSet presAssocID="{12181BFA-0F27-4D51-9C53-E340C65F413A}" presName="hierRoot1" presStyleCnt="0"/>
      <dgm:spPr/>
    </dgm:pt>
    <dgm:pt modelId="{9FDDF69F-8A69-4742-829C-21FE843F8F20}" type="pres">
      <dgm:prSet presAssocID="{12181BFA-0F27-4D51-9C53-E340C65F413A}" presName="composite" presStyleCnt="0"/>
      <dgm:spPr/>
    </dgm:pt>
    <dgm:pt modelId="{09E4AFA0-4324-4628-ACBD-335D9DD690D6}" type="pres">
      <dgm:prSet presAssocID="{12181BFA-0F27-4D51-9C53-E340C65F413A}" presName="background" presStyleLbl="node0" presStyleIdx="1" presStyleCnt="3"/>
      <dgm:spPr/>
    </dgm:pt>
    <dgm:pt modelId="{5DC1C9EF-E691-42AD-B5E2-C4DB7A10AA79}" type="pres">
      <dgm:prSet presAssocID="{12181BFA-0F27-4D51-9C53-E340C65F413A}" presName="text" presStyleLbl="fgAcc0" presStyleIdx="1" presStyleCnt="3">
        <dgm:presLayoutVars>
          <dgm:chPref val="3"/>
        </dgm:presLayoutVars>
      </dgm:prSet>
      <dgm:spPr/>
    </dgm:pt>
    <dgm:pt modelId="{C38A48C9-41EB-4524-AB1A-599872A102B1}" type="pres">
      <dgm:prSet presAssocID="{12181BFA-0F27-4D51-9C53-E340C65F413A}" presName="hierChild2" presStyleCnt="0"/>
      <dgm:spPr/>
    </dgm:pt>
    <dgm:pt modelId="{F022488C-B005-468E-92F6-1084E8526A45}" type="pres">
      <dgm:prSet presAssocID="{6B8FB496-4657-4BE5-8C53-31A9BC549898}" presName="hierRoot1" presStyleCnt="0"/>
      <dgm:spPr/>
    </dgm:pt>
    <dgm:pt modelId="{AE32A7CE-E07E-4B56-AEA8-C35EE2BADD9A}" type="pres">
      <dgm:prSet presAssocID="{6B8FB496-4657-4BE5-8C53-31A9BC549898}" presName="composite" presStyleCnt="0"/>
      <dgm:spPr/>
    </dgm:pt>
    <dgm:pt modelId="{587116C9-E50C-49F7-9E3D-EE59B633C59C}" type="pres">
      <dgm:prSet presAssocID="{6B8FB496-4657-4BE5-8C53-31A9BC549898}" presName="background" presStyleLbl="node0" presStyleIdx="2" presStyleCnt="3"/>
      <dgm:spPr/>
    </dgm:pt>
    <dgm:pt modelId="{8C9F9ABB-84C9-40F5-A167-19C19121A8CD}" type="pres">
      <dgm:prSet presAssocID="{6B8FB496-4657-4BE5-8C53-31A9BC549898}" presName="text" presStyleLbl="fgAcc0" presStyleIdx="2" presStyleCnt="3">
        <dgm:presLayoutVars>
          <dgm:chPref val="3"/>
        </dgm:presLayoutVars>
      </dgm:prSet>
      <dgm:spPr/>
    </dgm:pt>
    <dgm:pt modelId="{17C779E3-1209-4E10-95FE-A047C5CA6595}" type="pres">
      <dgm:prSet presAssocID="{6B8FB496-4657-4BE5-8C53-31A9BC549898}" presName="hierChild2" presStyleCnt="0"/>
      <dgm:spPr/>
    </dgm:pt>
  </dgm:ptLst>
  <dgm:cxnLst>
    <dgm:cxn modelId="{3DFAE010-0F99-4989-BA8C-7BB6B5331684}" srcId="{CFF885EE-1648-48C4-BADE-B095C23B8D84}" destId="{025FE10F-6F77-46BD-87E5-12ED0E2EF3A4}" srcOrd="0" destOrd="0" parTransId="{50F9F8E1-06C1-486A-96D4-A61FB3DD45C3}" sibTransId="{C086F7F6-FE4D-41E0-8A20-0C55926DD401}"/>
    <dgm:cxn modelId="{CE373A37-6028-4B0E-9777-43860E0A9BB6}" type="presOf" srcId="{025FE10F-6F77-46BD-87E5-12ED0E2EF3A4}" destId="{E5F9FF70-B22D-42E9-8AC3-9332E1D71E2D}" srcOrd="0" destOrd="0" presId="urn:microsoft.com/office/officeart/2005/8/layout/hierarchy1"/>
    <dgm:cxn modelId="{DDF8E14A-E504-4F06-B98B-5BA99F6786E2}" type="presOf" srcId="{6B8FB496-4657-4BE5-8C53-31A9BC549898}" destId="{8C9F9ABB-84C9-40F5-A167-19C19121A8CD}" srcOrd="0" destOrd="0" presId="urn:microsoft.com/office/officeart/2005/8/layout/hierarchy1"/>
    <dgm:cxn modelId="{94B8DBA6-82BF-4E9E-BA7C-8CCF0709D953}" srcId="{CFF885EE-1648-48C4-BADE-B095C23B8D84}" destId="{12181BFA-0F27-4D51-9C53-E340C65F413A}" srcOrd="1" destOrd="0" parTransId="{EC0D4F64-0782-4808-8828-D368B3F0B128}" sibTransId="{7230CF6A-C952-4BB3-A75E-B4CADD50CC86}"/>
    <dgm:cxn modelId="{7564FFEE-B3FB-46E3-82A0-A79205BA2000}" type="presOf" srcId="{12181BFA-0F27-4D51-9C53-E340C65F413A}" destId="{5DC1C9EF-E691-42AD-B5E2-C4DB7A10AA79}" srcOrd="0" destOrd="0" presId="urn:microsoft.com/office/officeart/2005/8/layout/hierarchy1"/>
    <dgm:cxn modelId="{A11A4CF0-0ADC-46C0-89C4-E31E4C32CA21}" srcId="{CFF885EE-1648-48C4-BADE-B095C23B8D84}" destId="{6B8FB496-4657-4BE5-8C53-31A9BC549898}" srcOrd="2" destOrd="0" parTransId="{E3B93465-42B1-4402-9715-204DF7E011C4}" sibTransId="{5F7C89E5-871C-4E12-A447-B40936728068}"/>
    <dgm:cxn modelId="{1879DAFE-FF2A-492A-8916-9FD38EA79918}" type="presOf" srcId="{CFF885EE-1648-48C4-BADE-B095C23B8D84}" destId="{DF87E830-491F-45E1-8FEC-12689309D842}" srcOrd="0" destOrd="0" presId="urn:microsoft.com/office/officeart/2005/8/layout/hierarchy1"/>
    <dgm:cxn modelId="{6A6BBBDC-FA2C-4772-BF6E-7A8BFCBB264D}" type="presParOf" srcId="{DF87E830-491F-45E1-8FEC-12689309D842}" destId="{F2F0F6E5-2580-4E99-BE70-77876E70A3D5}" srcOrd="0" destOrd="0" presId="urn:microsoft.com/office/officeart/2005/8/layout/hierarchy1"/>
    <dgm:cxn modelId="{FEAB1A93-9375-4174-8BFF-3A79B8DBB29A}" type="presParOf" srcId="{F2F0F6E5-2580-4E99-BE70-77876E70A3D5}" destId="{08E51081-AE1D-49EF-9E5D-F7B03E570441}" srcOrd="0" destOrd="0" presId="urn:microsoft.com/office/officeart/2005/8/layout/hierarchy1"/>
    <dgm:cxn modelId="{FEC83C2D-ABC6-4D86-B267-B71CB57CF8C6}" type="presParOf" srcId="{08E51081-AE1D-49EF-9E5D-F7B03E570441}" destId="{4A3F8CC6-A672-4ADB-9F58-3683BA9ED702}" srcOrd="0" destOrd="0" presId="urn:microsoft.com/office/officeart/2005/8/layout/hierarchy1"/>
    <dgm:cxn modelId="{BAE401EE-BA34-476B-B2F6-E015DDC5C4CD}" type="presParOf" srcId="{08E51081-AE1D-49EF-9E5D-F7B03E570441}" destId="{E5F9FF70-B22D-42E9-8AC3-9332E1D71E2D}" srcOrd="1" destOrd="0" presId="urn:microsoft.com/office/officeart/2005/8/layout/hierarchy1"/>
    <dgm:cxn modelId="{12E0E112-668E-4BA3-B7D8-8CC4A3D1C292}" type="presParOf" srcId="{F2F0F6E5-2580-4E99-BE70-77876E70A3D5}" destId="{FDF9EE6C-CBB2-4892-B7B6-F9CD7E72E69F}" srcOrd="1" destOrd="0" presId="urn:microsoft.com/office/officeart/2005/8/layout/hierarchy1"/>
    <dgm:cxn modelId="{58B4C78A-6D73-4EE3-8451-E19378F16C6B}" type="presParOf" srcId="{DF87E830-491F-45E1-8FEC-12689309D842}" destId="{B8C1E084-B2B9-4E11-A04C-7F91583CCC1C}" srcOrd="1" destOrd="0" presId="urn:microsoft.com/office/officeart/2005/8/layout/hierarchy1"/>
    <dgm:cxn modelId="{171D2933-A03C-4861-9816-FF8FEEC1DEBE}" type="presParOf" srcId="{B8C1E084-B2B9-4E11-A04C-7F91583CCC1C}" destId="{9FDDF69F-8A69-4742-829C-21FE843F8F20}" srcOrd="0" destOrd="0" presId="urn:microsoft.com/office/officeart/2005/8/layout/hierarchy1"/>
    <dgm:cxn modelId="{35609D37-C207-4839-B56E-97370D2E5F0B}" type="presParOf" srcId="{9FDDF69F-8A69-4742-829C-21FE843F8F20}" destId="{09E4AFA0-4324-4628-ACBD-335D9DD690D6}" srcOrd="0" destOrd="0" presId="urn:microsoft.com/office/officeart/2005/8/layout/hierarchy1"/>
    <dgm:cxn modelId="{EED68CFF-5B6F-4B32-8DFE-1E11FDAF495C}" type="presParOf" srcId="{9FDDF69F-8A69-4742-829C-21FE843F8F20}" destId="{5DC1C9EF-E691-42AD-B5E2-C4DB7A10AA79}" srcOrd="1" destOrd="0" presId="urn:microsoft.com/office/officeart/2005/8/layout/hierarchy1"/>
    <dgm:cxn modelId="{B64C1311-4D47-4A9B-AEB9-9F2CECE5FD81}" type="presParOf" srcId="{B8C1E084-B2B9-4E11-A04C-7F91583CCC1C}" destId="{C38A48C9-41EB-4524-AB1A-599872A102B1}" srcOrd="1" destOrd="0" presId="urn:microsoft.com/office/officeart/2005/8/layout/hierarchy1"/>
    <dgm:cxn modelId="{E585881D-08EC-4D79-BC03-C5CB2FAA6303}" type="presParOf" srcId="{DF87E830-491F-45E1-8FEC-12689309D842}" destId="{F022488C-B005-468E-92F6-1084E8526A45}" srcOrd="2" destOrd="0" presId="urn:microsoft.com/office/officeart/2005/8/layout/hierarchy1"/>
    <dgm:cxn modelId="{5F8194AA-FE89-4D53-BB34-17E28A1D86CA}" type="presParOf" srcId="{F022488C-B005-468E-92F6-1084E8526A45}" destId="{AE32A7CE-E07E-4B56-AEA8-C35EE2BADD9A}" srcOrd="0" destOrd="0" presId="urn:microsoft.com/office/officeart/2005/8/layout/hierarchy1"/>
    <dgm:cxn modelId="{A8260122-97AA-4797-A681-15002A797879}" type="presParOf" srcId="{AE32A7CE-E07E-4B56-AEA8-C35EE2BADD9A}" destId="{587116C9-E50C-49F7-9E3D-EE59B633C59C}" srcOrd="0" destOrd="0" presId="urn:microsoft.com/office/officeart/2005/8/layout/hierarchy1"/>
    <dgm:cxn modelId="{CDD5DA76-FF73-44D6-BB1E-CD55208B7779}" type="presParOf" srcId="{AE32A7CE-E07E-4B56-AEA8-C35EE2BADD9A}" destId="{8C9F9ABB-84C9-40F5-A167-19C19121A8CD}" srcOrd="1" destOrd="0" presId="urn:microsoft.com/office/officeart/2005/8/layout/hierarchy1"/>
    <dgm:cxn modelId="{6D3F4AD6-62AB-4B86-930A-02D289E50846}" type="presParOf" srcId="{F022488C-B005-468E-92F6-1084E8526A45}" destId="{17C779E3-1209-4E10-95FE-A047C5CA659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10F265-7ED9-45C1-972F-26A6F743FB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CEBDDC00-07AE-4BCA-9FF7-A12719631CC8}">
      <dgm:prSet/>
      <dgm:spPr/>
      <dgm:t>
        <a:bodyPr/>
        <a:lstStyle/>
        <a:p>
          <a:pPr>
            <a:lnSpc>
              <a:spcPct val="100000"/>
            </a:lnSpc>
          </a:pPr>
          <a:r>
            <a:rPr lang="en-DE" b="0" i="0" baseline="0"/>
            <a:t>DSP (FFT, FIR, filters)</a:t>
          </a:r>
          <a:endParaRPr lang="en-US"/>
        </a:p>
      </dgm:t>
    </dgm:pt>
    <dgm:pt modelId="{2DE8C39D-DD35-4E67-8565-10C7802B8C65}" type="parTrans" cxnId="{45B04187-52C6-4AF5-8BF3-3B89C44FAE64}">
      <dgm:prSet/>
      <dgm:spPr/>
      <dgm:t>
        <a:bodyPr/>
        <a:lstStyle/>
        <a:p>
          <a:endParaRPr lang="en-US"/>
        </a:p>
      </dgm:t>
    </dgm:pt>
    <dgm:pt modelId="{41410FCB-DA4B-4C80-9E83-AFB2DBCBF171}" type="sibTrans" cxnId="{45B04187-52C6-4AF5-8BF3-3B89C44FAE64}">
      <dgm:prSet/>
      <dgm:spPr/>
      <dgm:t>
        <a:bodyPr/>
        <a:lstStyle/>
        <a:p>
          <a:endParaRPr lang="en-US"/>
        </a:p>
      </dgm:t>
    </dgm:pt>
    <dgm:pt modelId="{17CE6433-47BF-4E9E-B43C-15D7CC1FCE42}">
      <dgm:prSet/>
      <dgm:spPr/>
      <dgm:t>
        <a:bodyPr/>
        <a:lstStyle/>
        <a:p>
          <a:pPr>
            <a:lnSpc>
              <a:spcPct val="100000"/>
            </a:lnSpc>
          </a:pPr>
          <a:r>
            <a:rPr lang="en-DE" b="0" i="0" baseline="0"/>
            <a:t>Image &amp; video processing</a:t>
          </a:r>
          <a:endParaRPr lang="en-US"/>
        </a:p>
      </dgm:t>
    </dgm:pt>
    <dgm:pt modelId="{E8A12B18-89D3-4673-9D01-5E60B72CEDC1}" type="parTrans" cxnId="{37D45E0C-6EC2-4B36-91EA-3239B7F659EF}">
      <dgm:prSet/>
      <dgm:spPr/>
      <dgm:t>
        <a:bodyPr/>
        <a:lstStyle/>
        <a:p>
          <a:endParaRPr lang="en-US"/>
        </a:p>
      </dgm:t>
    </dgm:pt>
    <dgm:pt modelId="{E96D0138-9899-4FBF-9158-231A7C70FFDD}" type="sibTrans" cxnId="{37D45E0C-6EC2-4B36-91EA-3239B7F659EF}">
      <dgm:prSet/>
      <dgm:spPr/>
      <dgm:t>
        <a:bodyPr/>
        <a:lstStyle/>
        <a:p>
          <a:endParaRPr lang="en-US"/>
        </a:p>
      </dgm:t>
    </dgm:pt>
    <dgm:pt modelId="{BDFC6A37-45F5-4DC4-8209-4914DCAA8552}">
      <dgm:prSet/>
      <dgm:spPr/>
      <dgm:t>
        <a:bodyPr/>
        <a:lstStyle/>
        <a:p>
          <a:pPr>
            <a:lnSpc>
              <a:spcPct val="100000"/>
            </a:lnSpc>
          </a:pPr>
          <a:r>
            <a:rPr lang="en-DE" b="0" i="0" baseline="0"/>
            <a:t>Machine learning accelerators</a:t>
          </a:r>
          <a:endParaRPr lang="en-US"/>
        </a:p>
      </dgm:t>
    </dgm:pt>
    <dgm:pt modelId="{9CA9B47D-6421-4B84-91F6-4C4E9DFDD16F}" type="parTrans" cxnId="{0F1E2459-B8C8-4538-B7A9-E958085D13E1}">
      <dgm:prSet/>
      <dgm:spPr/>
      <dgm:t>
        <a:bodyPr/>
        <a:lstStyle/>
        <a:p>
          <a:endParaRPr lang="en-US"/>
        </a:p>
      </dgm:t>
    </dgm:pt>
    <dgm:pt modelId="{45159A66-068F-4D10-9E80-EAE0FADF886B}" type="sibTrans" cxnId="{0F1E2459-B8C8-4538-B7A9-E958085D13E1}">
      <dgm:prSet/>
      <dgm:spPr/>
      <dgm:t>
        <a:bodyPr/>
        <a:lstStyle/>
        <a:p>
          <a:endParaRPr lang="en-US"/>
        </a:p>
      </dgm:t>
    </dgm:pt>
    <dgm:pt modelId="{A6363109-03B8-459B-A3EC-EF22F52A23A9}">
      <dgm:prSet/>
      <dgm:spPr/>
      <dgm:t>
        <a:bodyPr/>
        <a:lstStyle/>
        <a:p>
          <a:pPr>
            <a:lnSpc>
              <a:spcPct val="100000"/>
            </a:lnSpc>
          </a:pPr>
          <a:r>
            <a:rPr lang="en-DE" b="0" i="0" baseline="0"/>
            <a:t>Rapid prototyping</a:t>
          </a:r>
          <a:endParaRPr lang="en-US"/>
        </a:p>
      </dgm:t>
    </dgm:pt>
    <dgm:pt modelId="{5F0CF31B-4193-4316-880D-90DF852C5AEF}" type="parTrans" cxnId="{60C37FD6-545B-4AE7-B053-BE313B083D96}">
      <dgm:prSet/>
      <dgm:spPr/>
      <dgm:t>
        <a:bodyPr/>
        <a:lstStyle/>
        <a:p>
          <a:endParaRPr lang="en-US"/>
        </a:p>
      </dgm:t>
    </dgm:pt>
    <dgm:pt modelId="{F48B075A-2CBF-436A-A9DF-5A2B73200636}" type="sibTrans" cxnId="{60C37FD6-545B-4AE7-B053-BE313B083D96}">
      <dgm:prSet/>
      <dgm:spPr/>
      <dgm:t>
        <a:bodyPr/>
        <a:lstStyle/>
        <a:p>
          <a:endParaRPr lang="en-US"/>
        </a:p>
      </dgm:t>
    </dgm:pt>
    <dgm:pt modelId="{7A77C4CE-33D4-49BE-84E4-A02C6E39A912}" type="pres">
      <dgm:prSet presAssocID="{F010F265-7ED9-45C1-972F-26A6F743FBC6}" presName="root" presStyleCnt="0">
        <dgm:presLayoutVars>
          <dgm:dir/>
          <dgm:resizeHandles val="exact"/>
        </dgm:presLayoutVars>
      </dgm:prSet>
      <dgm:spPr/>
    </dgm:pt>
    <dgm:pt modelId="{0F34FE43-5BCD-4F2A-88EA-B0FD1FAAB6D6}" type="pres">
      <dgm:prSet presAssocID="{CEBDDC00-07AE-4BCA-9FF7-A12719631CC8}" presName="compNode" presStyleCnt="0"/>
      <dgm:spPr/>
    </dgm:pt>
    <dgm:pt modelId="{6D6089D4-281F-4BAD-A64A-A20F0777A136}" type="pres">
      <dgm:prSet presAssocID="{CEBDDC00-07AE-4BCA-9FF7-A12719631CC8}" presName="bgRect" presStyleLbl="bgShp" presStyleIdx="0" presStyleCnt="4"/>
      <dgm:spPr/>
    </dgm:pt>
    <dgm:pt modelId="{817CD8BE-3AEF-4AA3-989E-AD689DD30A04}" type="pres">
      <dgm:prSet presAssocID="{CEBDDC00-07AE-4BCA-9FF7-A12719631CC8}" presName="iconRect" presStyleLbl="node1" presStyleIdx="0" presStyleCnt="4"/>
      <dgm:spPr>
        <a:solidFill>
          <a:schemeClr val="accent2"/>
        </a:solidFill>
        <a:ln>
          <a:noFill/>
        </a:ln>
      </dgm:spPr>
    </dgm:pt>
    <dgm:pt modelId="{1AFA78B1-8373-46C7-B7DA-71315784D3D9}" type="pres">
      <dgm:prSet presAssocID="{CEBDDC00-07AE-4BCA-9FF7-A12719631CC8}" presName="spaceRect" presStyleCnt="0"/>
      <dgm:spPr/>
    </dgm:pt>
    <dgm:pt modelId="{EEA79248-4E21-440F-B79C-B426AAFBBC95}" type="pres">
      <dgm:prSet presAssocID="{CEBDDC00-07AE-4BCA-9FF7-A12719631CC8}" presName="parTx" presStyleLbl="revTx" presStyleIdx="0" presStyleCnt="4">
        <dgm:presLayoutVars>
          <dgm:chMax val="0"/>
          <dgm:chPref val="0"/>
        </dgm:presLayoutVars>
      </dgm:prSet>
      <dgm:spPr/>
    </dgm:pt>
    <dgm:pt modelId="{0F522CFF-F77E-42DA-98D5-4EF35DDEA2F0}" type="pres">
      <dgm:prSet presAssocID="{41410FCB-DA4B-4C80-9E83-AFB2DBCBF171}" presName="sibTrans" presStyleCnt="0"/>
      <dgm:spPr/>
    </dgm:pt>
    <dgm:pt modelId="{61A73C71-904D-4829-89FF-E38BAAC8386F}" type="pres">
      <dgm:prSet presAssocID="{17CE6433-47BF-4E9E-B43C-15D7CC1FCE42}" presName="compNode" presStyleCnt="0"/>
      <dgm:spPr/>
    </dgm:pt>
    <dgm:pt modelId="{D208DCA9-D9DD-43F3-86F8-92487E6D6821}" type="pres">
      <dgm:prSet presAssocID="{17CE6433-47BF-4E9E-B43C-15D7CC1FCE42}" presName="bgRect" presStyleLbl="bgShp" presStyleIdx="1" presStyleCnt="4"/>
      <dgm:spPr/>
    </dgm:pt>
    <dgm:pt modelId="{7C8D5EA0-F9D3-4F99-AB04-4F5D4A6E19C0}" type="pres">
      <dgm:prSet presAssocID="{17CE6433-47BF-4E9E-B43C-15D7CC1FCE42}" presName="iconRect" presStyleLbl="node1" presStyleIdx="1" presStyleCnt="4"/>
      <dgm:spPr>
        <a:solidFill>
          <a:schemeClr val="accent2"/>
        </a:solidFill>
        <a:ln>
          <a:noFill/>
        </a:ln>
      </dgm:spPr>
    </dgm:pt>
    <dgm:pt modelId="{E6DF3229-F532-4901-9FC2-26AFEBFF6A4C}" type="pres">
      <dgm:prSet presAssocID="{17CE6433-47BF-4E9E-B43C-15D7CC1FCE42}" presName="spaceRect" presStyleCnt="0"/>
      <dgm:spPr/>
    </dgm:pt>
    <dgm:pt modelId="{28E0680D-6C50-480F-9D80-47FE159AFF40}" type="pres">
      <dgm:prSet presAssocID="{17CE6433-47BF-4E9E-B43C-15D7CC1FCE42}" presName="parTx" presStyleLbl="revTx" presStyleIdx="1" presStyleCnt="4">
        <dgm:presLayoutVars>
          <dgm:chMax val="0"/>
          <dgm:chPref val="0"/>
        </dgm:presLayoutVars>
      </dgm:prSet>
      <dgm:spPr/>
    </dgm:pt>
    <dgm:pt modelId="{A17016B0-5BF3-4AAD-ACA4-CC64A56A1D5C}" type="pres">
      <dgm:prSet presAssocID="{E96D0138-9899-4FBF-9158-231A7C70FFDD}" presName="sibTrans" presStyleCnt="0"/>
      <dgm:spPr/>
    </dgm:pt>
    <dgm:pt modelId="{594089CD-657A-493C-B9DD-41C8525FF76C}" type="pres">
      <dgm:prSet presAssocID="{BDFC6A37-45F5-4DC4-8209-4914DCAA8552}" presName="compNode" presStyleCnt="0"/>
      <dgm:spPr/>
    </dgm:pt>
    <dgm:pt modelId="{F1FDC999-C012-427F-8D81-45B668D48B17}" type="pres">
      <dgm:prSet presAssocID="{BDFC6A37-45F5-4DC4-8209-4914DCAA8552}" presName="bgRect" presStyleLbl="bgShp" presStyleIdx="2" presStyleCnt="4"/>
      <dgm:spPr/>
    </dgm:pt>
    <dgm:pt modelId="{54762FF2-F2E2-430E-99D9-55D96D884F3A}" type="pres">
      <dgm:prSet presAssocID="{BDFC6A37-45F5-4DC4-8209-4914DCAA8552}" presName="iconRect" presStyleLbl="node1" presStyleIdx="2" presStyleCnt="4"/>
      <dgm:spPr>
        <a:solidFill>
          <a:schemeClr val="accent2"/>
        </a:solidFill>
        <a:ln>
          <a:noFill/>
        </a:ln>
      </dgm:spPr>
    </dgm:pt>
    <dgm:pt modelId="{A3166207-A0FA-4A2F-9546-86262B81D1C6}" type="pres">
      <dgm:prSet presAssocID="{BDFC6A37-45F5-4DC4-8209-4914DCAA8552}" presName="spaceRect" presStyleCnt="0"/>
      <dgm:spPr/>
    </dgm:pt>
    <dgm:pt modelId="{2269F57B-B405-48DF-8A6F-0FED46784501}" type="pres">
      <dgm:prSet presAssocID="{BDFC6A37-45F5-4DC4-8209-4914DCAA8552}" presName="parTx" presStyleLbl="revTx" presStyleIdx="2" presStyleCnt="4">
        <dgm:presLayoutVars>
          <dgm:chMax val="0"/>
          <dgm:chPref val="0"/>
        </dgm:presLayoutVars>
      </dgm:prSet>
      <dgm:spPr/>
    </dgm:pt>
    <dgm:pt modelId="{FCA5C68B-3DF3-474C-B5DA-97438DE9FBBA}" type="pres">
      <dgm:prSet presAssocID="{45159A66-068F-4D10-9E80-EAE0FADF886B}" presName="sibTrans" presStyleCnt="0"/>
      <dgm:spPr/>
    </dgm:pt>
    <dgm:pt modelId="{2A7DF300-3A5F-4253-97A6-C234C2332D6A}" type="pres">
      <dgm:prSet presAssocID="{A6363109-03B8-459B-A3EC-EF22F52A23A9}" presName="compNode" presStyleCnt="0"/>
      <dgm:spPr/>
    </dgm:pt>
    <dgm:pt modelId="{25B2053F-F3A4-4EFF-973E-C0BA29601590}" type="pres">
      <dgm:prSet presAssocID="{A6363109-03B8-459B-A3EC-EF22F52A23A9}" presName="bgRect" presStyleLbl="bgShp" presStyleIdx="3" presStyleCnt="4"/>
      <dgm:spPr/>
    </dgm:pt>
    <dgm:pt modelId="{39C5350C-BF58-4360-B99A-2356D0E12FD0}" type="pres">
      <dgm:prSet presAssocID="{A6363109-03B8-459B-A3EC-EF22F52A23A9}" presName="iconRect" presStyleLbl="node1" presStyleIdx="3" presStyleCnt="4"/>
      <dgm:spPr>
        <a:solidFill>
          <a:schemeClr val="accent2"/>
        </a:solidFill>
        <a:ln>
          <a:noFill/>
        </a:ln>
      </dgm:spPr>
    </dgm:pt>
    <dgm:pt modelId="{4B48FB2C-CE2B-4AD0-B3AD-225F63C3B18C}" type="pres">
      <dgm:prSet presAssocID="{A6363109-03B8-459B-A3EC-EF22F52A23A9}" presName="spaceRect" presStyleCnt="0"/>
      <dgm:spPr/>
    </dgm:pt>
    <dgm:pt modelId="{BFF63F9E-EE6F-4648-A530-B216FD061808}" type="pres">
      <dgm:prSet presAssocID="{A6363109-03B8-459B-A3EC-EF22F52A23A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7D45E0C-6EC2-4B36-91EA-3239B7F659EF}" srcId="{F010F265-7ED9-45C1-972F-26A6F743FBC6}" destId="{17CE6433-47BF-4E9E-B43C-15D7CC1FCE42}" srcOrd="1" destOrd="0" parTransId="{E8A12B18-89D3-4673-9D01-5E60B72CEDC1}" sibTransId="{E96D0138-9899-4FBF-9158-231A7C70FFDD}"/>
    <dgm:cxn modelId="{B3191B22-5045-4530-8215-9BBDDF6F5A20}" type="presOf" srcId="{17CE6433-47BF-4E9E-B43C-15D7CC1FCE42}" destId="{28E0680D-6C50-480F-9D80-47FE159AFF40}" srcOrd="0" destOrd="0" presId="urn:microsoft.com/office/officeart/2018/2/layout/IconVerticalSolidList"/>
    <dgm:cxn modelId="{A6659869-7CCF-4B7B-9A14-151B6F5A9245}" type="presOf" srcId="{CEBDDC00-07AE-4BCA-9FF7-A12719631CC8}" destId="{EEA79248-4E21-440F-B79C-B426AAFBBC95}" srcOrd="0" destOrd="0" presId="urn:microsoft.com/office/officeart/2018/2/layout/IconVerticalSolidList"/>
    <dgm:cxn modelId="{0F1E2459-B8C8-4538-B7A9-E958085D13E1}" srcId="{F010F265-7ED9-45C1-972F-26A6F743FBC6}" destId="{BDFC6A37-45F5-4DC4-8209-4914DCAA8552}" srcOrd="2" destOrd="0" parTransId="{9CA9B47D-6421-4B84-91F6-4C4E9DFDD16F}" sibTransId="{45159A66-068F-4D10-9E80-EAE0FADF886B}"/>
    <dgm:cxn modelId="{45B04187-52C6-4AF5-8BF3-3B89C44FAE64}" srcId="{F010F265-7ED9-45C1-972F-26A6F743FBC6}" destId="{CEBDDC00-07AE-4BCA-9FF7-A12719631CC8}" srcOrd="0" destOrd="0" parTransId="{2DE8C39D-DD35-4E67-8565-10C7802B8C65}" sibTransId="{41410FCB-DA4B-4C80-9E83-AFB2DBCBF171}"/>
    <dgm:cxn modelId="{3621198F-803C-4878-86F4-61615A441129}" type="presOf" srcId="{A6363109-03B8-459B-A3EC-EF22F52A23A9}" destId="{BFF63F9E-EE6F-4648-A530-B216FD061808}" srcOrd="0" destOrd="0" presId="urn:microsoft.com/office/officeart/2018/2/layout/IconVerticalSolidList"/>
    <dgm:cxn modelId="{12BA2294-A27B-48C4-A59D-70E6E725F78D}" type="presOf" srcId="{BDFC6A37-45F5-4DC4-8209-4914DCAA8552}" destId="{2269F57B-B405-48DF-8A6F-0FED46784501}" srcOrd="0" destOrd="0" presId="urn:microsoft.com/office/officeart/2018/2/layout/IconVerticalSolidList"/>
    <dgm:cxn modelId="{9CA717B5-BA92-42D4-AC1D-06BE703907B9}" type="presOf" srcId="{F010F265-7ED9-45C1-972F-26A6F743FBC6}" destId="{7A77C4CE-33D4-49BE-84E4-A02C6E39A912}" srcOrd="0" destOrd="0" presId="urn:microsoft.com/office/officeart/2018/2/layout/IconVerticalSolidList"/>
    <dgm:cxn modelId="{60C37FD6-545B-4AE7-B053-BE313B083D96}" srcId="{F010F265-7ED9-45C1-972F-26A6F743FBC6}" destId="{A6363109-03B8-459B-A3EC-EF22F52A23A9}" srcOrd="3" destOrd="0" parTransId="{5F0CF31B-4193-4316-880D-90DF852C5AEF}" sibTransId="{F48B075A-2CBF-436A-A9DF-5A2B73200636}"/>
    <dgm:cxn modelId="{BEC2B9AE-5B78-4158-AFEA-2182C3A076C5}" type="presParOf" srcId="{7A77C4CE-33D4-49BE-84E4-A02C6E39A912}" destId="{0F34FE43-5BCD-4F2A-88EA-B0FD1FAAB6D6}" srcOrd="0" destOrd="0" presId="urn:microsoft.com/office/officeart/2018/2/layout/IconVerticalSolidList"/>
    <dgm:cxn modelId="{63643B21-5002-4514-AB4F-B2B3A611EB3C}" type="presParOf" srcId="{0F34FE43-5BCD-4F2A-88EA-B0FD1FAAB6D6}" destId="{6D6089D4-281F-4BAD-A64A-A20F0777A136}" srcOrd="0" destOrd="0" presId="urn:microsoft.com/office/officeart/2018/2/layout/IconVerticalSolidList"/>
    <dgm:cxn modelId="{408F852B-E336-414D-81C8-58FE2B174C6E}" type="presParOf" srcId="{0F34FE43-5BCD-4F2A-88EA-B0FD1FAAB6D6}" destId="{817CD8BE-3AEF-4AA3-989E-AD689DD30A04}" srcOrd="1" destOrd="0" presId="urn:microsoft.com/office/officeart/2018/2/layout/IconVerticalSolidList"/>
    <dgm:cxn modelId="{354864F8-ACC8-47F3-9D2F-65E712ACA5A6}" type="presParOf" srcId="{0F34FE43-5BCD-4F2A-88EA-B0FD1FAAB6D6}" destId="{1AFA78B1-8373-46C7-B7DA-71315784D3D9}" srcOrd="2" destOrd="0" presId="urn:microsoft.com/office/officeart/2018/2/layout/IconVerticalSolidList"/>
    <dgm:cxn modelId="{0533DE78-8702-4924-89E8-3FCE32490628}" type="presParOf" srcId="{0F34FE43-5BCD-4F2A-88EA-B0FD1FAAB6D6}" destId="{EEA79248-4E21-440F-B79C-B426AAFBBC95}" srcOrd="3" destOrd="0" presId="urn:microsoft.com/office/officeart/2018/2/layout/IconVerticalSolidList"/>
    <dgm:cxn modelId="{A04DCF4F-ED50-48BE-A81D-6932A6EF5666}" type="presParOf" srcId="{7A77C4CE-33D4-49BE-84E4-A02C6E39A912}" destId="{0F522CFF-F77E-42DA-98D5-4EF35DDEA2F0}" srcOrd="1" destOrd="0" presId="urn:microsoft.com/office/officeart/2018/2/layout/IconVerticalSolidList"/>
    <dgm:cxn modelId="{52A1E27D-710D-496F-BFA1-326EEBB54E51}" type="presParOf" srcId="{7A77C4CE-33D4-49BE-84E4-A02C6E39A912}" destId="{61A73C71-904D-4829-89FF-E38BAAC8386F}" srcOrd="2" destOrd="0" presId="urn:microsoft.com/office/officeart/2018/2/layout/IconVerticalSolidList"/>
    <dgm:cxn modelId="{75E8616C-6AC3-4732-A00F-F73B07EB0540}" type="presParOf" srcId="{61A73C71-904D-4829-89FF-E38BAAC8386F}" destId="{D208DCA9-D9DD-43F3-86F8-92487E6D6821}" srcOrd="0" destOrd="0" presId="urn:microsoft.com/office/officeart/2018/2/layout/IconVerticalSolidList"/>
    <dgm:cxn modelId="{7D83F14E-09BC-474D-9AE8-7CC5CA334C2B}" type="presParOf" srcId="{61A73C71-904D-4829-89FF-E38BAAC8386F}" destId="{7C8D5EA0-F9D3-4F99-AB04-4F5D4A6E19C0}" srcOrd="1" destOrd="0" presId="urn:microsoft.com/office/officeart/2018/2/layout/IconVerticalSolidList"/>
    <dgm:cxn modelId="{38C793E8-26F6-4C5E-97AD-30A5D57347B9}" type="presParOf" srcId="{61A73C71-904D-4829-89FF-E38BAAC8386F}" destId="{E6DF3229-F532-4901-9FC2-26AFEBFF6A4C}" srcOrd="2" destOrd="0" presId="urn:microsoft.com/office/officeart/2018/2/layout/IconVerticalSolidList"/>
    <dgm:cxn modelId="{DDDA5E4C-9418-4876-B29A-0D32E64F3CB2}" type="presParOf" srcId="{61A73C71-904D-4829-89FF-E38BAAC8386F}" destId="{28E0680D-6C50-480F-9D80-47FE159AFF40}" srcOrd="3" destOrd="0" presId="urn:microsoft.com/office/officeart/2018/2/layout/IconVerticalSolidList"/>
    <dgm:cxn modelId="{8AA79A8B-3562-4051-948C-C1EDE31069AB}" type="presParOf" srcId="{7A77C4CE-33D4-49BE-84E4-A02C6E39A912}" destId="{A17016B0-5BF3-4AAD-ACA4-CC64A56A1D5C}" srcOrd="3" destOrd="0" presId="urn:microsoft.com/office/officeart/2018/2/layout/IconVerticalSolidList"/>
    <dgm:cxn modelId="{27A8BB0B-6882-4B6E-99D3-DFF223A99A43}" type="presParOf" srcId="{7A77C4CE-33D4-49BE-84E4-A02C6E39A912}" destId="{594089CD-657A-493C-B9DD-41C8525FF76C}" srcOrd="4" destOrd="0" presId="urn:microsoft.com/office/officeart/2018/2/layout/IconVerticalSolidList"/>
    <dgm:cxn modelId="{7B1CBBFD-459D-4E53-BF78-ACC65C116D22}" type="presParOf" srcId="{594089CD-657A-493C-B9DD-41C8525FF76C}" destId="{F1FDC999-C012-427F-8D81-45B668D48B17}" srcOrd="0" destOrd="0" presId="urn:microsoft.com/office/officeart/2018/2/layout/IconVerticalSolidList"/>
    <dgm:cxn modelId="{91CCE3DC-F679-4C80-9D61-D18BAB06FEF2}" type="presParOf" srcId="{594089CD-657A-493C-B9DD-41C8525FF76C}" destId="{54762FF2-F2E2-430E-99D9-55D96D884F3A}" srcOrd="1" destOrd="0" presId="urn:microsoft.com/office/officeart/2018/2/layout/IconVerticalSolidList"/>
    <dgm:cxn modelId="{A1D3A6E9-EED3-4272-870F-5764D6E0FB7F}" type="presParOf" srcId="{594089CD-657A-493C-B9DD-41C8525FF76C}" destId="{A3166207-A0FA-4A2F-9546-86262B81D1C6}" srcOrd="2" destOrd="0" presId="urn:microsoft.com/office/officeart/2018/2/layout/IconVerticalSolidList"/>
    <dgm:cxn modelId="{4E5E511B-69EB-4C74-A593-861C74B5DAC6}" type="presParOf" srcId="{594089CD-657A-493C-B9DD-41C8525FF76C}" destId="{2269F57B-B405-48DF-8A6F-0FED46784501}" srcOrd="3" destOrd="0" presId="urn:microsoft.com/office/officeart/2018/2/layout/IconVerticalSolidList"/>
    <dgm:cxn modelId="{F3A178E0-3FA3-4191-B477-63C961A3F571}" type="presParOf" srcId="{7A77C4CE-33D4-49BE-84E4-A02C6E39A912}" destId="{FCA5C68B-3DF3-474C-B5DA-97438DE9FBBA}" srcOrd="5" destOrd="0" presId="urn:microsoft.com/office/officeart/2018/2/layout/IconVerticalSolidList"/>
    <dgm:cxn modelId="{C1E14C9B-24BA-4E50-BD8D-B40A79C4F631}" type="presParOf" srcId="{7A77C4CE-33D4-49BE-84E4-A02C6E39A912}" destId="{2A7DF300-3A5F-4253-97A6-C234C2332D6A}" srcOrd="6" destOrd="0" presId="urn:microsoft.com/office/officeart/2018/2/layout/IconVerticalSolidList"/>
    <dgm:cxn modelId="{E981BD82-5775-482B-A7C7-C1FFF4B43B73}" type="presParOf" srcId="{2A7DF300-3A5F-4253-97A6-C234C2332D6A}" destId="{25B2053F-F3A4-4EFF-973E-C0BA29601590}" srcOrd="0" destOrd="0" presId="urn:microsoft.com/office/officeart/2018/2/layout/IconVerticalSolidList"/>
    <dgm:cxn modelId="{14FD002E-1384-48DC-A553-9A412D039F79}" type="presParOf" srcId="{2A7DF300-3A5F-4253-97A6-C234C2332D6A}" destId="{39C5350C-BF58-4360-B99A-2356D0E12FD0}" srcOrd="1" destOrd="0" presId="urn:microsoft.com/office/officeart/2018/2/layout/IconVerticalSolidList"/>
    <dgm:cxn modelId="{1C5FACD1-DBBF-46F0-B5F1-3CCEBD24D2F4}" type="presParOf" srcId="{2A7DF300-3A5F-4253-97A6-C234C2332D6A}" destId="{4B48FB2C-CE2B-4AD0-B3AD-225F63C3B18C}" srcOrd="2" destOrd="0" presId="urn:microsoft.com/office/officeart/2018/2/layout/IconVerticalSolidList"/>
    <dgm:cxn modelId="{CFF53052-70AC-4596-B859-93EFB6177B6F}" type="presParOf" srcId="{2A7DF300-3A5F-4253-97A6-C234C2332D6A}" destId="{BFF63F9E-EE6F-4648-A530-B216FD0618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2D7C223-2B97-4CC5-8A45-F7C9678C274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64432F4-745F-40EA-ABE8-668796EAF6E9}">
      <dgm:prSet/>
      <dgm:spPr/>
      <dgm:t>
        <a:bodyPr/>
        <a:lstStyle/>
        <a:p>
          <a:r>
            <a:rPr lang="en-DE" b="0" i="0" baseline="0"/>
            <a:t>HLS for compute kernels</a:t>
          </a:r>
          <a:endParaRPr lang="en-US"/>
        </a:p>
      </dgm:t>
    </dgm:pt>
    <dgm:pt modelId="{B2447748-31FB-4845-8361-08DACECCB830}" type="parTrans" cxnId="{E035616F-1E17-42C7-869F-4BDE186D244A}">
      <dgm:prSet/>
      <dgm:spPr/>
      <dgm:t>
        <a:bodyPr/>
        <a:lstStyle/>
        <a:p>
          <a:endParaRPr lang="en-US"/>
        </a:p>
      </dgm:t>
    </dgm:pt>
    <dgm:pt modelId="{33CF18C0-7B7A-472C-AABF-EA8E49B11448}" type="sibTrans" cxnId="{E035616F-1E17-42C7-869F-4BDE186D244A}">
      <dgm:prSet/>
      <dgm:spPr/>
      <dgm:t>
        <a:bodyPr/>
        <a:lstStyle/>
        <a:p>
          <a:endParaRPr lang="en-US"/>
        </a:p>
      </dgm:t>
    </dgm:pt>
    <dgm:pt modelId="{E543D1C9-0416-4987-A272-1FAB292AEADC}">
      <dgm:prSet/>
      <dgm:spPr/>
      <dgm:t>
        <a:bodyPr/>
        <a:lstStyle/>
        <a:p>
          <a:r>
            <a:rPr lang="en-DE" b="0" i="0" baseline="0"/>
            <a:t>HDL for control &amp; interfaces</a:t>
          </a:r>
          <a:endParaRPr lang="en-US"/>
        </a:p>
      </dgm:t>
    </dgm:pt>
    <dgm:pt modelId="{85FF382E-8E5F-4FF9-AFBD-F1BA5738A7F6}" type="parTrans" cxnId="{273A10D4-AAA9-4124-A0A3-CC38A7CF7651}">
      <dgm:prSet/>
      <dgm:spPr/>
      <dgm:t>
        <a:bodyPr/>
        <a:lstStyle/>
        <a:p>
          <a:endParaRPr lang="en-US"/>
        </a:p>
      </dgm:t>
    </dgm:pt>
    <dgm:pt modelId="{6C9C3C8D-F45F-4F29-835E-3CC24BB7D21E}" type="sibTrans" cxnId="{273A10D4-AAA9-4124-A0A3-CC38A7CF7651}">
      <dgm:prSet/>
      <dgm:spPr/>
      <dgm:t>
        <a:bodyPr/>
        <a:lstStyle/>
        <a:p>
          <a:endParaRPr lang="en-US"/>
        </a:p>
      </dgm:t>
    </dgm:pt>
    <dgm:pt modelId="{2D7D30D7-ED13-4C1C-9B30-A8B78B40EA40}">
      <dgm:prSet/>
      <dgm:spPr/>
      <dgm:t>
        <a:bodyPr/>
        <a:lstStyle/>
        <a:p>
          <a:r>
            <a:rPr lang="en-DE" b="0" i="0" baseline="0"/>
            <a:t>AI-assisted synthesis</a:t>
          </a:r>
          <a:endParaRPr lang="en-US"/>
        </a:p>
      </dgm:t>
    </dgm:pt>
    <dgm:pt modelId="{8AA00D46-4F9F-49C5-B1B4-669A90F34371}" type="parTrans" cxnId="{2AE2ED20-35E2-489E-A7C8-8F52758FEE50}">
      <dgm:prSet/>
      <dgm:spPr/>
      <dgm:t>
        <a:bodyPr/>
        <a:lstStyle/>
        <a:p>
          <a:endParaRPr lang="en-US"/>
        </a:p>
      </dgm:t>
    </dgm:pt>
    <dgm:pt modelId="{60599E2E-212C-47E4-B065-CF5967AAF2D6}" type="sibTrans" cxnId="{2AE2ED20-35E2-489E-A7C8-8F52758FEE50}">
      <dgm:prSet/>
      <dgm:spPr/>
      <dgm:t>
        <a:bodyPr/>
        <a:lstStyle/>
        <a:p>
          <a:endParaRPr lang="en-US"/>
        </a:p>
      </dgm:t>
    </dgm:pt>
    <dgm:pt modelId="{CFFDCC10-372A-4B17-89F4-9985978A3A0E}">
      <dgm:prSet/>
      <dgm:spPr/>
      <dgm:t>
        <a:bodyPr/>
        <a:lstStyle/>
        <a:p>
          <a:r>
            <a:rPr lang="en-DE" b="0" i="0" baseline="0"/>
            <a:t>Domain-specific HLS tools</a:t>
          </a:r>
          <a:endParaRPr lang="en-US"/>
        </a:p>
      </dgm:t>
    </dgm:pt>
    <dgm:pt modelId="{DE7D0AA9-5D99-4723-9F29-387C25B32C25}" type="parTrans" cxnId="{D8839CC5-1B75-4830-8BFD-0834B2C79DF1}">
      <dgm:prSet/>
      <dgm:spPr/>
      <dgm:t>
        <a:bodyPr/>
        <a:lstStyle/>
        <a:p>
          <a:endParaRPr lang="en-US"/>
        </a:p>
      </dgm:t>
    </dgm:pt>
    <dgm:pt modelId="{92F7F92A-EA28-479F-BF62-AF9DB547FA67}" type="sibTrans" cxnId="{D8839CC5-1B75-4830-8BFD-0834B2C79DF1}">
      <dgm:prSet/>
      <dgm:spPr/>
      <dgm:t>
        <a:bodyPr/>
        <a:lstStyle/>
        <a:p>
          <a:endParaRPr lang="en-US"/>
        </a:p>
      </dgm:t>
    </dgm:pt>
    <dgm:pt modelId="{62C811E8-66B3-47BC-A62C-D7D336FDC86C}">
      <dgm:prSet/>
      <dgm:spPr/>
      <dgm:t>
        <a:bodyPr/>
        <a:lstStyle/>
        <a:p>
          <a:r>
            <a:rPr lang="en-DE" b="0" i="0" baseline="0"/>
            <a:t>Heterogeneous computing (CPU + FPGA + GPU)</a:t>
          </a:r>
          <a:r>
            <a:rPr lang="en-GB" b="0" i="0" baseline="0"/>
            <a:t> </a:t>
          </a:r>
          <a:endParaRPr lang="en-US"/>
        </a:p>
      </dgm:t>
    </dgm:pt>
    <dgm:pt modelId="{38DDD3E3-0F19-48C3-8551-6C290AECECB7}" type="parTrans" cxnId="{AF98EDFF-663E-4EBB-8C1A-10FA148B65F9}">
      <dgm:prSet/>
      <dgm:spPr/>
      <dgm:t>
        <a:bodyPr/>
        <a:lstStyle/>
        <a:p>
          <a:endParaRPr lang="en-US"/>
        </a:p>
      </dgm:t>
    </dgm:pt>
    <dgm:pt modelId="{6CF51814-E0DF-4C80-8328-9B99277EA943}" type="sibTrans" cxnId="{AF98EDFF-663E-4EBB-8C1A-10FA148B65F9}">
      <dgm:prSet/>
      <dgm:spPr/>
      <dgm:t>
        <a:bodyPr/>
        <a:lstStyle/>
        <a:p>
          <a:endParaRPr lang="en-US"/>
        </a:p>
      </dgm:t>
    </dgm:pt>
    <dgm:pt modelId="{B2F3B4F7-F2FF-4ACF-B006-9FB08ED1784B}" type="pres">
      <dgm:prSet presAssocID="{82D7C223-2B97-4CC5-8A45-F7C9678C2741}" presName="vert0" presStyleCnt="0">
        <dgm:presLayoutVars>
          <dgm:dir/>
          <dgm:animOne val="branch"/>
          <dgm:animLvl val="lvl"/>
        </dgm:presLayoutVars>
      </dgm:prSet>
      <dgm:spPr/>
    </dgm:pt>
    <dgm:pt modelId="{C2A19255-B116-4C76-B1C3-CEE1DCAFCE8A}" type="pres">
      <dgm:prSet presAssocID="{964432F4-745F-40EA-ABE8-668796EAF6E9}" presName="thickLine" presStyleLbl="alignNode1" presStyleIdx="0" presStyleCnt="5"/>
      <dgm:spPr/>
    </dgm:pt>
    <dgm:pt modelId="{9CB03D75-5843-440F-B3B0-24835E7F2BE2}" type="pres">
      <dgm:prSet presAssocID="{964432F4-745F-40EA-ABE8-668796EAF6E9}" presName="horz1" presStyleCnt="0"/>
      <dgm:spPr/>
    </dgm:pt>
    <dgm:pt modelId="{D1D933B7-6275-429E-82FE-426A239851DF}" type="pres">
      <dgm:prSet presAssocID="{964432F4-745F-40EA-ABE8-668796EAF6E9}" presName="tx1" presStyleLbl="revTx" presStyleIdx="0" presStyleCnt="5"/>
      <dgm:spPr/>
    </dgm:pt>
    <dgm:pt modelId="{2960AA62-FE56-411F-90FD-543A887B9355}" type="pres">
      <dgm:prSet presAssocID="{964432F4-745F-40EA-ABE8-668796EAF6E9}" presName="vert1" presStyleCnt="0"/>
      <dgm:spPr/>
    </dgm:pt>
    <dgm:pt modelId="{A703C72C-9738-462A-BEB2-81996951F481}" type="pres">
      <dgm:prSet presAssocID="{E543D1C9-0416-4987-A272-1FAB292AEADC}" presName="thickLine" presStyleLbl="alignNode1" presStyleIdx="1" presStyleCnt="5"/>
      <dgm:spPr/>
    </dgm:pt>
    <dgm:pt modelId="{E059CF11-0136-4D16-87B6-0788243881E5}" type="pres">
      <dgm:prSet presAssocID="{E543D1C9-0416-4987-A272-1FAB292AEADC}" presName="horz1" presStyleCnt="0"/>
      <dgm:spPr/>
    </dgm:pt>
    <dgm:pt modelId="{05990DE8-F058-4C8B-8F81-8530F71404D6}" type="pres">
      <dgm:prSet presAssocID="{E543D1C9-0416-4987-A272-1FAB292AEADC}" presName="tx1" presStyleLbl="revTx" presStyleIdx="1" presStyleCnt="5"/>
      <dgm:spPr/>
    </dgm:pt>
    <dgm:pt modelId="{4E9EA1CF-91C2-4429-AC3E-A1078D36479E}" type="pres">
      <dgm:prSet presAssocID="{E543D1C9-0416-4987-A272-1FAB292AEADC}" presName="vert1" presStyleCnt="0"/>
      <dgm:spPr/>
    </dgm:pt>
    <dgm:pt modelId="{C31FC3A6-479E-41A5-B94E-EA140796E8C7}" type="pres">
      <dgm:prSet presAssocID="{2D7D30D7-ED13-4C1C-9B30-A8B78B40EA40}" presName="thickLine" presStyleLbl="alignNode1" presStyleIdx="2" presStyleCnt="5"/>
      <dgm:spPr/>
    </dgm:pt>
    <dgm:pt modelId="{EFBFBE74-3897-4702-BED2-E0377F787C02}" type="pres">
      <dgm:prSet presAssocID="{2D7D30D7-ED13-4C1C-9B30-A8B78B40EA40}" presName="horz1" presStyleCnt="0"/>
      <dgm:spPr/>
    </dgm:pt>
    <dgm:pt modelId="{AFD29E76-4DBD-4605-8244-B881BDAB1319}" type="pres">
      <dgm:prSet presAssocID="{2D7D30D7-ED13-4C1C-9B30-A8B78B40EA40}" presName="tx1" presStyleLbl="revTx" presStyleIdx="2" presStyleCnt="5"/>
      <dgm:spPr/>
    </dgm:pt>
    <dgm:pt modelId="{0E5CA0A4-22DD-46CB-A6AB-B72DF610C0DE}" type="pres">
      <dgm:prSet presAssocID="{2D7D30D7-ED13-4C1C-9B30-A8B78B40EA40}" presName="vert1" presStyleCnt="0"/>
      <dgm:spPr/>
    </dgm:pt>
    <dgm:pt modelId="{10FCD55E-B3A4-41B1-8FB3-5AF16E21A1D5}" type="pres">
      <dgm:prSet presAssocID="{CFFDCC10-372A-4B17-89F4-9985978A3A0E}" presName="thickLine" presStyleLbl="alignNode1" presStyleIdx="3" presStyleCnt="5"/>
      <dgm:spPr/>
    </dgm:pt>
    <dgm:pt modelId="{1815DE41-DC35-4F36-AD16-215D6A25E87B}" type="pres">
      <dgm:prSet presAssocID="{CFFDCC10-372A-4B17-89F4-9985978A3A0E}" presName="horz1" presStyleCnt="0"/>
      <dgm:spPr/>
    </dgm:pt>
    <dgm:pt modelId="{52B4F62E-16F9-462E-A748-6E44DD522C83}" type="pres">
      <dgm:prSet presAssocID="{CFFDCC10-372A-4B17-89F4-9985978A3A0E}" presName="tx1" presStyleLbl="revTx" presStyleIdx="3" presStyleCnt="5"/>
      <dgm:spPr/>
    </dgm:pt>
    <dgm:pt modelId="{4608E5D1-8BC6-401B-9594-87CCAD170269}" type="pres">
      <dgm:prSet presAssocID="{CFFDCC10-372A-4B17-89F4-9985978A3A0E}" presName="vert1" presStyleCnt="0"/>
      <dgm:spPr/>
    </dgm:pt>
    <dgm:pt modelId="{7AB1C92C-B5A1-4739-B311-019443855A54}" type="pres">
      <dgm:prSet presAssocID="{62C811E8-66B3-47BC-A62C-D7D336FDC86C}" presName="thickLine" presStyleLbl="alignNode1" presStyleIdx="4" presStyleCnt="5"/>
      <dgm:spPr/>
    </dgm:pt>
    <dgm:pt modelId="{477BB83D-E432-4BB7-A588-CA2A9CD8CE21}" type="pres">
      <dgm:prSet presAssocID="{62C811E8-66B3-47BC-A62C-D7D336FDC86C}" presName="horz1" presStyleCnt="0"/>
      <dgm:spPr/>
    </dgm:pt>
    <dgm:pt modelId="{B6392D2A-D90C-4F23-95C5-C05B96E92742}" type="pres">
      <dgm:prSet presAssocID="{62C811E8-66B3-47BC-A62C-D7D336FDC86C}" presName="tx1" presStyleLbl="revTx" presStyleIdx="4" presStyleCnt="5"/>
      <dgm:spPr/>
    </dgm:pt>
    <dgm:pt modelId="{3FA0E7F7-CD57-4B6C-BE9C-27FCDAC91660}" type="pres">
      <dgm:prSet presAssocID="{62C811E8-66B3-47BC-A62C-D7D336FDC86C}" presName="vert1" presStyleCnt="0"/>
      <dgm:spPr/>
    </dgm:pt>
  </dgm:ptLst>
  <dgm:cxnLst>
    <dgm:cxn modelId="{F8AF6717-B48F-4595-952A-47F5D6C781C3}" type="presOf" srcId="{964432F4-745F-40EA-ABE8-668796EAF6E9}" destId="{D1D933B7-6275-429E-82FE-426A239851DF}" srcOrd="0" destOrd="0" presId="urn:microsoft.com/office/officeart/2008/layout/LinedList"/>
    <dgm:cxn modelId="{2AE2ED20-35E2-489E-A7C8-8F52758FEE50}" srcId="{82D7C223-2B97-4CC5-8A45-F7C9678C2741}" destId="{2D7D30D7-ED13-4C1C-9B30-A8B78B40EA40}" srcOrd="2" destOrd="0" parTransId="{8AA00D46-4F9F-49C5-B1B4-669A90F34371}" sibTransId="{60599E2E-212C-47E4-B065-CF5967AAF2D6}"/>
    <dgm:cxn modelId="{8AFFB332-46ED-420B-BAA1-9FA452485E34}" type="presOf" srcId="{82D7C223-2B97-4CC5-8A45-F7C9678C2741}" destId="{B2F3B4F7-F2FF-4ACF-B006-9FB08ED1784B}" srcOrd="0" destOrd="0" presId="urn:microsoft.com/office/officeart/2008/layout/LinedList"/>
    <dgm:cxn modelId="{E035616F-1E17-42C7-869F-4BDE186D244A}" srcId="{82D7C223-2B97-4CC5-8A45-F7C9678C2741}" destId="{964432F4-745F-40EA-ABE8-668796EAF6E9}" srcOrd="0" destOrd="0" parTransId="{B2447748-31FB-4845-8361-08DACECCB830}" sibTransId="{33CF18C0-7B7A-472C-AABF-EA8E49B11448}"/>
    <dgm:cxn modelId="{20FB81AA-553E-4CC8-B532-A14F463ED407}" type="presOf" srcId="{CFFDCC10-372A-4B17-89F4-9985978A3A0E}" destId="{52B4F62E-16F9-462E-A748-6E44DD522C83}" srcOrd="0" destOrd="0" presId="urn:microsoft.com/office/officeart/2008/layout/LinedList"/>
    <dgm:cxn modelId="{D8839CC5-1B75-4830-8BFD-0834B2C79DF1}" srcId="{82D7C223-2B97-4CC5-8A45-F7C9678C2741}" destId="{CFFDCC10-372A-4B17-89F4-9985978A3A0E}" srcOrd="3" destOrd="0" parTransId="{DE7D0AA9-5D99-4723-9F29-387C25B32C25}" sibTransId="{92F7F92A-EA28-479F-BF62-AF9DB547FA67}"/>
    <dgm:cxn modelId="{C1AC0ED2-52AC-477F-BB89-2DB4EF6C6895}" type="presOf" srcId="{2D7D30D7-ED13-4C1C-9B30-A8B78B40EA40}" destId="{AFD29E76-4DBD-4605-8244-B881BDAB1319}" srcOrd="0" destOrd="0" presId="urn:microsoft.com/office/officeart/2008/layout/LinedList"/>
    <dgm:cxn modelId="{273A10D4-AAA9-4124-A0A3-CC38A7CF7651}" srcId="{82D7C223-2B97-4CC5-8A45-F7C9678C2741}" destId="{E543D1C9-0416-4987-A272-1FAB292AEADC}" srcOrd="1" destOrd="0" parTransId="{85FF382E-8E5F-4FF9-AFBD-F1BA5738A7F6}" sibTransId="{6C9C3C8D-F45F-4F29-835E-3CC24BB7D21E}"/>
    <dgm:cxn modelId="{E794C4DB-1C7D-4E93-A6C0-CF627883BEE9}" type="presOf" srcId="{62C811E8-66B3-47BC-A62C-D7D336FDC86C}" destId="{B6392D2A-D90C-4F23-95C5-C05B96E92742}" srcOrd="0" destOrd="0" presId="urn:microsoft.com/office/officeart/2008/layout/LinedList"/>
    <dgm:cxn modelId="{3D6B73F1-EA8B-4FE9-BC1A-0742C7F068E6}" type="presOf" srcId="{E543D1C9-0416-4987-A272-1FAB292AEADC}" destId="{05990DE8-F058-4C8B-8F81-8530F71404D6}" srcOrd="0" destOrd="0" presId="urn:microsoft.com/office/officeart/2008/layout/LinedList"/>
    <dgm:cxn modelId="{AF98EDFF-663E-4EBB-8C1A-10FA148B65F9}" srcId="{82D7C223-2B97-4CC5-8A45-F7C9678C2741}" destId="{62C811E8-66B3-47BC-A62C-D7D336FDC86C}" srcOrd="4" destOrd="0" parTransId="{38DDD3E3-0F19-48C3-8551-6C290AECECB7}" sibTransId="{6CF51814-E0DF-4C80-8328-9B99277EA943}"/>
    <dgm:cxn modelId="{A1EC5DE3-F564-43DD-BE1F-FB36D7FD376D}" type="presParOf" srcId="{B2F3B4F7-F2FF-4ACF-B006-9FB08ED1784B}" destId="{C2A19255-B116-4C76-B1C3-CEE1DCAFCE8A}" srcOrd="0" destOrd="0" presId="urn:microsoft.com/office/officeart/2008/layout/LinedList"/>
    <dgm:cxn modelId="{B97EFEDA-D03E-4E1A-8C33-A81D81C63DF2}" type="presParOf" srcId="{B2F3B4F7-F2FF-4ACF-B006-9FB08ED1784B}" destId="{9CB03D75-5843-440F-B3B0-24835E7F2BE2}" srcOrd="1" destOrd="0" presId="urn:microsoft.com/office/officeart/2008/layout/LinedList"/>
    <dgm:cxn modelId="{00193397-293C-4BA9-A13D-26E002E48360}" type="presParOf" srcId="{9CB03D75-5843-440F-B3B0-24835E7F2BE2}" destId="{D1D933B7-6275-429E-82FE-426A239851DF}" srcOrd="0" destOrd="0" presId="urn:microsoft.com/office/officeart/2008/layout/LinedList"/>
    <dgm:cxn modelId="{5D4AEEFF-CCD6-462C-BB7B-A05B27894452}" type="presParOf" srcId="{9CB03D75-5843-440F-B3B0-24835E7F2BE2}" destId="{2960AA62-FE56-411F-90FD-543A887B9355}" srcOrd="1" destOrd="0" presId="urn:microsoft.com/office/officeart/2008/layout/LinedList"/>
    <dgm:cxn modelId="{7E561BBE-4F08-4B76-BA69-0089E9F3F9BF}" type="presParOf" srcId="{B2F3B4F7-F2FF-4ACF-B006-9FB08ED1784B}" destId="{A703C72C-9738-462A-BEB2-81996951F481}" srcOrd="2" destOrd="0" presId="urn:microsoft.com/office/officeart/2008/layout/LinedList"/>
    <dgm:cxn modelId="{6FE40417-A682-4E4E-84B8-C73B10AA8024}" type="presParOf" srcId="{B2F3B4F7-F2FF-4ACF-B006-9FB08ED1784B}" destId="{E059CF11-0136-4D16-87B6-0788243881E5}" srcOrd="3" destOrd="0" presId="urn:microsoft.com/office/officeart/2008/layout/LinedList"/>
    <dgm:cxn modelId="{AC1E3C2B-422C-4218-86A2-B8090580CDFB}" type="presParOf" srcId="{E059CF11-0136-4D16-87B6-0788243881E5}" destId="{05990DE8-F058-4C8B-8F81-8530F71404D6}" srcOrd="0" destOrd="0" presId="urn:microsoft.com/office/officeart/2008/layout/LinedList"/>
    <dgm:cxn modelId="{4E06037F-E6ED-48CC-8D06-50CEDB06FF35}" type="presParOf" srcId="{E059CF11-0136-4D16-87B6-0788243881E5}" destId="{4E9EA1CF-91C2-4429-AC3E-A1078D36479E}" srcOrd="1" destOrd="0" presId="urn:microsoft.com/office/officeart/2008/layout/LinedList"/>
    <dgm:cxn modelId="{EC4DF593-BB46-471C-B428-1129230F8DFD}" type="presParOf" srcId="{B2F3B4F7-F2FF-4ACF-B006-9FB08ED1784B}" destId="{C31FC3A6-479E-41A5-B94E-EA140796E8C7}" srcOrd="4" destOrd="0" presId="urn:microsoft.com/office/officeart/2008/layout/LinedList"/>
    <dgm:cxn modelId="{ED0D5C46-E731-4B97-A273-B9281BB5C3D9}" type="presParOf" srcId="{B2F3B4F7-F2FF-4ACF-B006-9FB08ED1784B}" destId="{EFBFBE74-3897-4702-BED2-E0377F787C02}" srcOrd="5" destOrd="0" presId="urn:microsoft.com/office/officeart/2008/layout/LinedList"/>
    <dgm:cxn modelId="{330526A9-2697-4567-B149-C676570878DF}" type="presParOf" srcId="{EFBFBE74-3897-4702-BED2-E0377F787C02}" destId="{AFD29E76-4DBD-4605-8244-B881BDAB1319}" srcOrd="0" destOrd="0" presId="urn:microsoft.com/office/officeart/2008/layout/LinedList"/>
    <dgm:cxn modelId="{5253A387-5E57-4ABF-9D65-1E3DC0B04889}" type="presParOf" srcId="{EFBFBE74-3897-4702-BED2-E0377F787C02}" destId="{0E5CA0A4-22DD-46CB-A6AB-B72DF610C0DE}" srcOrd="1" destOrd="0" presId="urn:microsoft.com/office/officeart/2008/layout/LinedList"/>
    <dgm:cxn modelId="{19698C34-C1CA-450A-A550-8EF63BF2D192}" type="presParOf" srcId="{B2F3B4F7-F2FF-4ACF-B006-9FB08ED1784B}" destId="{10FCD55E-B3A4-41B1-8FB3-5AF16E21A1D5}" srcOrd="6" destOrd="0" presId="urn:microsoft.com/office/officeart/2008/layout/LinedList"/>
    <dgm:cxn modelId="{E68CD88C-B604-40B1-859A-8BE3642CDD49}" type="presParOf" srcId="{B2F3B4F7-F2FF-4ACF-B006-9FB08ED1784B}" destId="{1815DE41-DC35-4F36-AD16-215D6A25E87B}" srcOrd="7" destOrd="0" presId="urn:microsoft.com/office/officeart/2008/layout/LinedList"/>
    <dgm:cxn modelId="{BBDC53A9-D0C6-4F74-AED5-545E0837000A}" type="presParOf" srcId="{1815DE41-DC35-4F36-AD16-215D6A25E87B}" destId="{52B4F62E-16F9-462E-A748-6E44DD522C83}" srcOrd="0" destOrd="0" presId="urn:microsoft.com/office/officeart/2008/layout/LinedList"/>
    <dgm:cxn modelId="{BB188306-DAC3-4FFB-8A6B-D8DA244E7666}" type="presParOf" srcId="{1815DE41-DC35-4F36-AD16-215D6A25E87B}" destId="{4608E5D1-8BC6-401B-9594-87CCAD170269}" srcOrd="1" destOrd="0" presId="urn:microsoft.com/office/officeart/2008/layout/LinedList"/>
    <dgm:cxn modelId="{2FE5EF63-E646-46B5-A3A3-CF4C9C735163}" type="presParOf" srcId="{B2F3B4F7-F2FF-4ACF-B006-9FB08ED1784B}" destId="{7AB1C92C-B5A1-4739-B311-019443855A54}" srcOrd="8" destOrd="0" presId="urn:microsoft.com/office/officeart/2008/layout/LinedList"/>
    <dgm:cxn modelId="{A10AD470-A2CF-4F68-A0C7-05508C3D368A}" type="presParOf" srcId="{B2F3B4F7-F2FF-4ACF-B006-9FB08ED1784B}" destId="{477BB83D-E432-4BB7-A588-CA2A9CD8CE21}" srcOrd="9" destOrd="0" presId="urn:microsoft.com/office/officeart/2008/layout/LinedList"/>
    <dgm:cxn modelId="{91EC8F6E-D014-4C0E-9C9C-80FEA49618C8}" type="presParOf" srcId="{477BB83D-E432-4BB7-A588-CA2A9CD8CE21}" destId="{B6392D2A-D90C-4F23-95C5-C05B96E92742}" srcOrd="0" destOrd="0" presId="urn:microsoft.com/office/officeart/2008/layout/LinedList"/>
    <dgm:cxn modelId="{0A21EABA-2B62-4BCB-86C4-8BAB4473D883}" type="presParOf" srcId="{477BB83D-E432-4BB7-A588-CA2A9CD8CE21}" destId="{3FA0E7F7-CD57-4B6C-BE9C-27FCDAC916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49D45F4-68E2-4B95-95AD-1A6657F495C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584793-C0CD-4ED3-ADE6-B031107BB0D0}">
      <dgm:prSet/>
      <dgm:spPr/>
      <dgm:t>
        <a:bodyPr/>
        <a:lstStyle/>
        <a:p>
          <a:r>
            <a:rPr lang="en-GB" b="1"/>
            <a:t>Key Takeaways:</a:t>
          </a:r>
          <a:endParaRPr lang="en-US"/>
        </a:p>
      </dgm:t>
    </dgm:pt>
    <dgm:pt modelId="{E19CC61C-E3B0-43D6-9DB3-08DC34FC406E}" type="parTrans" cxnId="{4E761C96-7FAC-4232-A365-E95771EF9891}">
      <dgm:prSet/>
      <dgm:spPr/>
      <dgm:t>
        <a:bodyPr/>
        <a:lstStyle/>
        <a:p>
          <a:endParaRPr lang="en-US"/>
        </a:p>
      </dgm:t>
    </dgm:pt>
    <dgm:pt modelId="{4931AB72-C753-43B4-A5E9-E90980006A9A}" type="sibTrans" cxnId="{4E761C96-7FAC-4232-A365-E95771EF9891}">
      <dgm:prSet/>
      <dgm:spPr/>
      <dgm:t>
        <a:bodyPr/>
        <a:lstStyle/>
        <a:p>
          <a:endParaRPr lang="en-US"/>
        </a:p>
      </dgm:t>
    </dgm:pt>
    <dgm:pt modelId="{B2EBFB4F-A9C6-4711-92B7-790235AB62FB}">
      <dgm:prSet/>
      <dgm:spPr/>
      <dgm:t>
        <a:bodyPr/>
        <a:lstStyle/>
        <a:p>
          <a:r>
            <a:rPr lang="en-GB"/>
            <a:t>HDL = control, predictability, performance</a:t>
          </a:r>
          <a:endParaRPr lang="en-US"/>
        </a:p>
      </dgm:t>
    </dgm:pt>
    <dgm:pt modelId="{8F724AA6-7F1C-475F-9A82-6795750C094E}" type="parTrans" cxnId="{1EBB0AD7-FC37-42FA-9444-6336AD1B7356}">
      <dgm:prSet/>
      <dgm:spPr/>
      <dgm:t>
        <a:bodyPr/>
        <a:lstStyle/>
        <a:p>
          <a:endParaRPr lang="en-US"/>
        </a:p>
      </dgm:t>
    </dgm:pt>
    <dgm:pt modelId="{C063D917-A567-47CF-AE53-098DE1F344C6}" type="sibTrans" cxnId="{1EBB0AD7-FC37-42FA-9444-6336AD1B7356}">
      <dgm:prSet/>
      <dgm:spPr/>
      <dgm:t>
        <a:bodyPr/>
        <a:lstStyle/>
        <a:p>
          <a:endParaRPr lang="en-US"/>
        </a:p>
      </dgm:t>
    </dgm:pt>
    <dgm:pt modelId="{8842D46F-D707-4EF5-90EA-098F5FAD267F}">
      <dgm:prSet/>
      <dgm:spPr/>
      <dgm:t>
        <a:bodyPr/>
        <a:lstStyle/>
        <a:p>
          <a:r>
            <a:rPr lang="en-GB"/>
            <a:t>HLS = productivity, flexibility, fast iteration</a:t>
          </a:r>
          <a:endParaRPr lang="en-US"/>
        </a:p>
      </dgm:t>
    </dgm:pt>
    <dgm:pt modelId="{3AF7D304-81D9-4514-BC40-D5528162983B}" type="parTrans" cxnId="{7079898D-48B6-4F4F-98D6-F72368DBB088}">
      <dgm:prSet/>
      <dgm:spPr/>
      <dgm:t>
        <a:bodyPr/>
        <a:lstStyle/>
        <a:p>
          <a:endParaRPr lang="en-US"/>
        </a:p>
      </dgm:t>
    </dgm:pt>
    <dgm:pt modelId="{241288B2-7F57-4C9A-BC91-FDC1609BD2AA}" type="sibTrans" cxnId="{7079898D-48B6-4F4F-98D6-F72368DBB088}">
      <dgm:prSet/>
      <dgm:spPr/>
      <dgm:t>
        <a:bodyPr/>
        <a:lstStyle/>
        <a:p>
          <a:endParaRPr lang="en-US"/>
        </a:p>
      </dgm:t>
    </dgm:pt>
    <dgm:pt modelId="{2DCB7F93-31F3-4A49-8246-7043D0BE6C3E}">
      <dgm:prSet/>
      <dgm:spPr/>
      <dgm:t>
        <a:bodyPr/>
        <a:lstStyle/>
        <a:p>
          <a:r>
            <a:rPr lang="en-GB"/>
            <a:t>Best results → </a:t>
          </a:r>
          <a:r>
            <a:rPr lang="en-GB" b="1"/>
            <a:t>hybrid workflows</a:t>
          </a:r>
          <a:endParaRPr lang="en-US"/>
        </a:p>
      </dgm:t>
    </dgm:pt>
    <dgm:pt modelId="{FF69025A-AC86-43A0-8A41-A076363F389C}" type="parTrans" cxnId="{33448DC4-8E4F-488A-828D-52D7E2DB33AE}">
      <dgm:prSet/>
      <dgm:spPr/>
      <dgm:t>
        <a:bodyPr/>
        <a:lstStyle/>
        <a:p>
          <a:endParaRPr lang="en-US"/>
        </a:p>
      </dgm:t>
    </dgm:pt>
    <dgm:pt modelId="{CE0EEB1D-EFA6-4A37-8156-247D916D58EA}" type="sibTrans" cxnId="{33448DC4-8E4F-488A-828D-52D7E2DB33AE}">
      <dgm:prSet/>
      <dgm:spPr/>
      <dgm:t>
        <a:bodyPr/>
        <a:lstStyle/>
        <a:p>
          <a:endParaRPr lang="en-US"/>
        </a:p>
      </dgm:t>
    </dgm:pt>
    <dgm:pt modelId="{134BD6A2-CAFE-463C-8A4C-CB414B29E3C9}" type="pres">
      <dgm:prSet presAssocID="{849D45F4-68E2-4B95-95AD-1A6657F495C1}" presName="vert0" presStyleCnt="0">
        <dgm:presLayoutVars>
          <dgm:dir/>
          <dgm:animOne val="branch"/>
          <dgm:animLvl val="lvl"/>
        </dgm:presLayoutVars>
      </dgm:prSet>
      <dgm:spPr/>
    </dgm:pt>
    <dgm:pt modelId="{4E832C5C-BF82-43F2-9C6C-FBD429CDFBEB}" type="pres">
      <dgm:prSet presAssocID="{BF584793-C0CD-4ED3-ADE6-B031107BB0D0}" presName="thickLine" presStyleLbl="alignNode1" presStyleIdx="0" presStyleCnt="4"/>
      <dgm:spPr/>
    </dgm:pt>
    <dgm:pt modelId="{A57A1495-BAD1-4552-A99E-CE876C254DEC}" type="pres">
      <dgm:prSet presAssocID="{BF584793-C0CD-4ED3-ADE6-B031107BB0D0}" presName="horz1" presStyleCnt="0"/>
      <dgm:spPr/>
    </dgm:pt>
    <dgm:pt modelId="{ADDBA546-BB69-46C0-8B26-3E2D4146B30B}" type="pres">
      <dgm:prSet presAssocID="{BF584793-C0CD-4ED3-ADE6-B031107BB0D0}" presName="tx1" presStyleLbl="revTx" presStyleIdx="0" presStyleCnt="4"/>
      <dgm:spPr/>
    </dgm:pt>
    <dgm:pt modelId="{1145713B-D83B-4AB5-9D7F-32BAFA2A8CF3}" type="pres">
      <dgm:prSet presAssocID="{BF584793-C0CD-4ED3-ADE6-B031107BB0D0}" presName="vert1" presStyleCnt="0"/>
      <dgm:spPr/>
    </dgm:pt>
    <dgm:pt modelId="{564C35ED-639D-499E-9C77-19700831B1C0}" type="pres">
      <dgm:prSet presAssocID="{B2EBFB4F-A9C6-4711-92B7-790235AB62FB}" presName="thickLine" presStyleLbl="alignNode1" presStyleIdx="1" presStyleCnt="4"/>
      <dgm:spPr/>
    </dgm:pt>
    <dgm:pt modelId="{F4FB00E9-E433-4906-8F1C-1168823279DE}" type="pres">
      <dgm:prSet presAssocID="{B2EBFB4F-A9C6-4711-92B7-790235AB62FB}" presName="horz1" presStyleCnt="0"/>
      <dgm:spPr/>
    </dgm:pt>
    <dgm:pt modelId="{F762E405-64B2-4E50-9181-D6FE9A952A86}" type="pres">
      <dgm:prSet presAssocID="{B2EBFB4F-A9C6-4711-92B7-790235AB62FB}" presName="tx1" presStyleLbl="revTx" presStyleIdx="1" presStyleCnt="4"/>
      <dgm:spPr/>
    </dgm:pt>
    <dgm:pt modelId="{C596A87B-1F05-47E1-8127-53F391E59D27}" type="pres">
      <dgm:prSet presAssocID="{B2EBFB4F-A9C6-4711-92B7-790235AB62FB}" presName="vert1" presStyleCnt="0"/>
      <dgm:spPr/>
    </dgm:pt>
    <dgm:pt modelId="{25E53E39-B72C-46BA-89A6-8D8F16C3870F}" type="pres">
      <dgm:prSet presAssocID="{8842D46F-D707-4EF5-90EA-098F5FAD267F}" presName="thickLine" presStyleLbl="alignNode1" presStyleIdx="2" presStyleCnt="4"/>
      <dgm:spPr/>
    </dgm:pt>
    <dgm:pt modelId="{CACA57BC-CD4D-4D36-B6B5-3B755E91BBC0}" type="pres">
      <dgm:prSet presAssocID="{8842D46F-D707-4EF5-90EA-098F5FAD267F}" presName="horz1" presStyleCnt="0"/>
      <dgm:spPr/>
    </dgm:pt>
    <dgm:pt modelId="{CC9AEF95-5358-4DDB-B1BD-3BFBF3AD4E6E}" type="pres">
      <dgm:prSet presAssocID="{8842D46F-D707-4EF5-90EA-098F5FAD267F}" presName="tx1" presStyleLbl="revTx" presStyleIdx="2" presStyleCnt="4"/>
      <dgm:spPr/>
    </dgm:pt>
    <dgm:pt modelId="{13432BFC-6972-4573-872D-A0FCC2AC0CE4}" type="pres">
      <dgm:prSet presAssocID="{8842D46F-D707-4EF5-90EA-098F5FAD267F}" presName="vert1" presStyleCnt="0"/>
      <dgm:spPr/>
    </dgm:pt>
    <dgm:pt modelId="{A2CE69BF-09C5-4C93-90B7-10B3A54C24B8}" type="pres">
      <dgm:prSet presAssocID="{2DCB7F93-31F3-4A49-8246-7043D0BE6C3E}" presName="thickLine" presStyleLbl="alignNode1" presStyleIdx="3" presStyleCnt="4"/>
      <dgm:spPr/>
    </dgm:pt>
    <dgm:pt modelId="{A1B213AB-8407-46C2-92F1-B7C6C7E06C85}" type="pres">
      <dgm:prSet presAssocID="{2DCB7F93-31F3-4A49-8246-7043D0BE6C3E}" presName="horz1" presStyleCnt="0"/>
      <dgm:spPr/>
    </dgm:pt>
    <dgm:pt modelId="{4D155EA4-8652-41EE-9DFD-317F5D611374}" type="pres">
      <dgm:prSet presAssocID="{2DCB7F93-31F3-4A49-8246-7043D0BE6C3E}" presName="tx1" presStyleLbl="revTx" presStyleIdx="3" presStyleCnt="4"/>
      <dgm:spPr/>
    </dgm:pt>
    <dgm:pt modelId="{476E51F7-6A33-47A4-A16F-840F371D0CB5}" type="pres">
      <dgm:prSet presAssocID="{2DCB7F93-31F3-4A49-8246-7043D0BE6C3E}" presName="vert1" presStyleCnt="0"/>
      <dgm:spPr/>
    </dgm:pt>
  </dgm:ptLst>
  <dgm:cxnLst>
    <dgm:cxn modelId="{44519470-08BD-43CE-B472-69297507B762}" type="presOf" srcId="{BF584793-C0CD-4ED3-ADE6-B031107BB0D0}" destId="{ADDBA546-BB69-46C0-8B26-3E2D4146B30B}" srcOrd="0" destOrd="0" presId="urn:microsoft.com/office/officeart/2008/layout/LinedList"/>
    <dgm:cxn modelId="{FCB5737E-A63E-4775-B818-C5FD4947B017}" type="presOf" srcId="{B2EBFB4F-A9C6-4711-92B7-790235AB62FB}" destId="{F762E405-64B2-4E50-9181-D6FE9A952A86}" srcOrd="0" destOrd="0" presId="urn:microsoft.com/office/officeart/2008/layout/LinedList"/>
    <dgm:cxn modelId="{7079898D-48B6-4F4F-98D6-F72368DBB088}" srcId="{849D45F4-68E2-4B95-95AD-1A6657F495C1}" destId="{8842D46F-D707-4EF5-90EA-098F5FAD267F}" srcOrd="2" destOrd="0" parTransId="{3AF7D304-81D9-4514-BC40-D5528162983B}" sibTransId="{241288B2-7F57-4C9A-BC91-FDC1609BD2AA}"/>
    <dgm:cxn modelId="{4E761C96-7FAC-4232-A365-E95771EF9891}" srcId="{849D45F4-68E2-4B95-95AD-1A6657F495C1}" destId="{BF584793-C0CD-4ED3-ADE6-B031107BB0D0}" srcOrd="0" destOrd="0" parTransId="{E19CC61C-E3B0-43D6-9DB3-08DC34FC406E}" sibTransId="{4931AB72-C753-43B4-A5E9-E90980006A9A}"/>
    <dgm:cxn modelId="{0B029E96-A78A-4896-B313-201077863BB8}" type="presOf" srcId="{8842D46F-D707-4EF5-90EA-098F5FAD267F}" destId="{CC9AEF95-5358-4DDB-B1BD-3BFBF3AD4E6E}" srcOrd="0" destOrd="0" presId="urn:microsoft.com/office/officeart/2008/layout/LinedList"/>
    <dgm:cxn modelId="{C838539F-0E21-417D-96AC-09B1C0B6296F}" type="presOf" srcId="{2DCB7F93-31F3-4A49-8246-7043D0BE6C3E}" destId="{4D155EA4-8652-41EE-9DFD-317F5D611374}" srcOrd="0" destOrd="0" presId="urn:microsoft.com/office/officeart/2008/layout/LinedList"/>
    <dgm:cxn modelId="{33448DC4-8E4F-488A-828D-52D7E2DB33AE}" srcId="{849D45F4-68E2-4B95-95AD-1A6657F495C1}" destId="{2DCB7F93-31F3-4A49-8246-7043D0BE6C3E}" srcOrd="3" destOrd="0" parTransId="{FF69025A-AC86-43A0-8A41-A076363F389C}" sibTransId="{CE0EEB1D-EFA6-4A37-8156-247D916D58EA}"/>
    <dgm:cxn modelId="{1EBB0AD7-FC37-42FA-9444-6336AD1B7356}" srcId="{849D45F4-68E2-4B95-95AD-1A6657F495C1}" destId="{B2EBFB4F-A9C6-4711-92B7-790235AB62FB}" srcOrd="1" destOrd="0" parTransId="{8F724AA6-7F1C-475F-9A82-6795750C094E}" sibTransId="{C063D917-A567-47CF-AE53-098DE1F344C6}"/>
    <dgm:cxn modelId="{3CC76AD7-B5F7-4784-8EE8-2D70DE124017}" type="presOf" srcId="{849D45F4-68E2-4B95-95AD-1A6657F495C1}" destId="{134BD6A2-CAFE-463C-8A4C-CB414B29E3C9}" srcOrd="0" destOrd="0" presId="urn:microsoft.com/office/officeart/2008/layout/LinedList"/>
    <dgm:cxn modelId="{ED8A325B-E103-43E5-9132-E207A0C1C640}" type="presParOf" srcId="{134BD6A2-CAFE-463C-8A4C-CB414B29E3C9}" destId="{4E832C5C-BF82-43F2-9C6C-FBD429CDFBEB}" srcOrd="0" destOrd="0" presId="urn:microsoft.com/office/officeart/2008/layout/LinedList"/>
    <dgm:cxn modelId="{B0323B51-A9A0-4371-B988-4469AC1A3F94}" type="presParOf" srcId="{134BD6A2-CAFE-463C-8A4C-CB414B29E3C9}" destId="{A57A1495-BAD1-4552-A99E-CE876C254DEC}" srcOrd="1" destOrd="0" presId="urn:microsoft.com/office/officeart/2008/layout/LinedList"/>
    <dgm:cxn modelId="{6C14765D-8C73-4EA1-85E5-98F6B732D761}" type="presParOf" srcId="{A57A1495-BAD1-4552-A99E-CE876C254DEC}" destId="{ADDBA546-BB69-46C0-8B26-3E2D4146B30B}" srcOrd="0" destOrd="0" presId="urn:microsoft.com/office/officeart/2008/layout/LinedList"/>
    <dgm:cxn modelId="{F860998C-BD8F-4C16-A182-59F823392992}" type="presParOf" srcId="{A57A1495-BAD1-4552-A99E-CE876C254DEC}" destId="{1145713B-D83B-4AB5-9D7F-32BAFA2A8CF3}" srcOrd="1" destOrd="0" presId="urn:microsoft.com/office/officeart/2008/layout/LinedList"/>
    <dgm:cxn modelId="{A1E235FF-742A-4550-B54F-8F8CEDAE2A71}" type="presParOf" srcId="{134BD6A2-CAFE-463C-8A4C-CB414B29E3C9}" destId="{564C35ED-639D-499E-9C77-19700831B1C0}" srcOrd="2" destOrd="0" presId="urn:microsoft.com/office/officeart/2008/layout/LinedList"/>
    <dgm:cxn modelId="{3289B2CE-89C6-43E3-9687-991D826E090D}" type="presParOf" srcId="{134BD6A2-CAFE-463C-8A4C-CB414B29E3C9}" destId="{F4FB00E9-E433-4906-8F1C-1168823279DE}" srcOrd="3" destOrd="0" presId="urn:microsoft.com/office/officeart/2008/layout/LinedList"/>
    <dgm:cxn modelId="{B5677BC5-343B-4BC5-96A9-59224153D325}" type="presParOf" srcId="{F4FB00E9-E433-4906-8F1C-1168823279DE}" destId="{F762E405-64B2-4E50-9181-D6FE9A952A86}" srcOrd="0" destOrd="0" presId="urn:microsoft.com/office/officeart/2008/layout/LinedList"/>
    <dgm:cxn modelId="{CC8C7C11-7DF8-4AD6-9B5E-CC1BD166F558}" type="presParOf" srcId="{F4FB00E9-E433-4906-8F1C-1168823279DE}" destId="{C596A87B-1F05-47E1-8127-53F391E59D27}" srcOrd="1" destOrd="0" presId="urn:microsoft.com/office/officeart/2008/layout/LinedList"/>
    <dgm:cxn modelId="{3E20201E-A3AA-4E4F-8C6E-D8A967DD0BB8}" type="presParOf" srcId="{134BD6A2-CAFE-463C-8A4C-CB414B29E3C9}" destId="{25E53E39-B72C-46BA-89A6-8D8F16C3870F}" srcOrd="4" destOrd="0" presId="urn:microsoft.com/office/officeart/2008/layout/LinedList"/>
    <dgm:cxn modelId="{DE089B08-DBCC-4FB9-80B6-6B237527288A}" type="presParOf" srcId="{134BD6A2-CAFE-463C-8A4C-CB414B29E3C9}" destId="{CACA57BC-CD4D-4D36-B6B5-3B755E91BBC0}" srcOrd="5" destOrd="0" presId="urn:microsoft.com/office/officeart/2008/layout/LinedList"/>
    <dgm:cxn modelId="{27B54267-3706-4BA7-9E8F-9ED59571A4D1}" type="presParOf" srcId="{CACA57BC-CD4D-4D36-B6B5-3B755E91BBC0}" destId="{CC9AEF95-5358-4DDB-B1BD-3BFBF3AD4E6E}" srcOrd="0" destOrd="0" presId="urn:microsoft.com/office/officeart/2008/layout/LinedList"/>
    <dgm:cxn modelId="{7CAA9220-6C3B-4D55-A31D-8898BD37D7B4}" type="presParOf" srcId="{CACA57BC-CD4D-4D36-B6B5-3B755E91BBC0}" destId="{13432BFC-6972-4573-872D-A0FCC2AC0CE4}" srcOrd="1" destOrd="0" presId="urn:microsoft.com/office/officeart/2008/layout/LinedList"/>
    <dgm:cxn modelId="{17531924-9D6C-4C0B-B851-9E1314AEADE6}" type="presParOf" srcId="{134BD6A2-CAFE-463C-8A4C-CB414B29E3C9}" destId="{A2CE69BF-09C5-4C93-90B7-10B3A54C24B8}" srcOrd="6" destOrd="0" presId="urn:microsoft.com/office/officeart/2008/layout/LinedList"/>
    <dgm:cxn modelId="{EC2FF471-0CE1-40FD-9781-4FE8ABEAB64A}" type="presParOf" srcId="{134BD6A2-CAFE-463C-8A4C-CB414B29E3C9}" destId="{A1B213AB-8407-46C2-92F1-B7C6C7E06C85}" srcOrd="7" destOrd="0" presId="urn:microsoft.com/office/officeart/2008/layout/LinedList"/>
    <dgm:cxn modelId="{D6F618E8-D176-4A63-939B-7C804B887B10}" type="presParOf" srcId="{A1B213AB-8407-46C2-92F1-B7C6C7E06C85}" destId="{4D155EA4-8652-41EE-9DFD-317F5D611374}" srcOrd="0" destOrd="0" presId="urn:microsoft.com/office/officeart/2008/layout/LinedList"/>
    <dgm:cxn modelId="{98010F5B-E4F3-423B-9343-7683C6AB6178}" type="presParOf" srcId="{A1B213AB-8407-46C2-92F1-B7C6C7E06C85}" destId="{476E51F7-6A33-47A4-A16F-840F371D0CB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D92CC0-9378-46ED-A15C-5B7B03048B0A}">
      <dsp:nvSpPr>
        <dsp:cNvPr id="0" name=""/>
        <dsp:cNvSpPr/>
      </dsp:nvSpPr>
      <dsp:spPr>
        <a:xfrm>
          <a:off x="0" y="533747"/>
          <a:ext cx="2740027" cy="1739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7E9EA-4FF3-4A46-AD58-ED505D653234}">
      <dsp:nvSpPr>
        <dsp:cNvPr id="0" name=""/>
        <dsp:cNvSpPr/>
      </dsp:nvSpPr>
      <dsp:spPr>
        <a:xfrm>
          <a:off x="304447" y="822972"/>
          <a:ext cx="2740027" cy="17399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300" b="0" i="0" kern="1200" baseline="0"/>
            <a:t>HDL → RTL-level, cycle-accurate</a:t>
          </a:r>
          <a:endParaRPr lang="en-US" sz="3300" kern="1200"/>
        </a:p>
      </dsp:txBody>
      <dsp:txXfrm>
        <a:off x="355407" y="873932"/>
        <a:ext cx="2638107" cy="1637997"/>
      </dsp:txXfrm>
    </dsp:sp>
    <dsp:sp modelId="{7BF0E1E9-B413-438A-97AB-566FC38F0320}">
      <dsp:nvSpPr>
        <dsp:cNvPr id="0" name=""/>
        <dsp:cNvSpPr/>
      </dsp:nvSpPr>
      <dsp:spPr>
        <a:xfrm>
          <a:off x="3348922" y="533747"/>
          <a:ext cx="2740027" cy="1739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72D49-B592-43FD-B15F-C74BBDF4081C}">
      <dsp:nvSpPr>
        <dsp:cNvPr id="0" name=""/>
        <dsp:cNvSpPr/>
      </dsp:nvSpPr>
      <dsp:spPr>
        <a:xfrm>
          <a:off x="3653369" y="822972"/>
          <a:ext cx="2740027" cy="17399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300" b="0" i="0" kern="1200" baseline="0"/>
            <a:t>HLS → algorithmic level</a:t>
          </a:r>
          <a:endParaRPr lang="en-US" sz="3300" kern="1200"/>
        </a:p>
      </dsp:txBody>
      <dsp:txXfrm>
        <a:off x="3704329" y="873932"/>
        <a:ext cx="2638107" cy="1637997"/>
      </dsp:txXfrm>
    </dsp:sp>
    <dsp:sp modelId="{C01C4A68-44C6-4FE3-BB20-C578EA331C21}">
      <dsp:nvSpPr>
        <dsp:cNvPr id="0" name=""/>
        <dsp:cNvSpPr/>
      </dsp:nvSpPr>
      <dsp:spPr>
        <a:xfrm>
          <a:off x="6697844" y="533747"/>
          <a:ext cx="2740027" cy="1739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0EABE7-421A-4FF0-A0DF-2EBEAB08938F}">
      <dsp:nvSpPr>
        <dsp:cNvPr id="0" name=""/>
        <dsp:cNvSpPr/>
      </dsp:nvSpPr>
      <dsp:spPr>
        <a:xfrm>
          <a:off x="7002291" y="822972"/>
          <a:ext cx="2740027" cy="17399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300" b="0" i="0" kern="1200" baseline="0"/>
            <a:t>Same final RTL output</a:t>
          </a:r>
          <a:endParaRPr lang="en-US" sz="3300" kern="1200"/>
        </a:p>
      </dsp:txBody>
      <dsp:txXfrm>
        <a:off x="7053251" y="873932"/>
        <a:ext cx="2638107" cy="16379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CD41B-D951-4650-9728-1ECF73DA8958}">
      <dsp:nvSpPr>
        <dsp:cNvPr id="0" name=""/>
        <dsp:cNvSpPr/>
      </dsp:nvSpPr>
      <dsp:spPr>
        <a:xfrm>
          <a:off x="636511" y="369040"/>
          <a:ext cx="1249400" cy="12494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210FB4-9FF6-431D-B4D0-8FAC0C7A35F0}">
      <dsp:nvSpPr>
        <dsp:cNvPr id="0" name=""/>
        <dsp:cNvSpPr/>
      </dsp:nvSpPr>
      <dsp:spPr>
        <a:xfrm>
          <a:off x="902776" y="635305"/>
          <a:ext cx="716869" cy="716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CA940-A721-4C76-975A-117B6C88E464}">
      <dsp:nvSpPr>
        <dsp:cNvPr id="0" name=""/>
        <dsp:cNvSpPr/>
      </dsp:nvSpPr>
      <dsp:spPr>
        <a:xfrm>
          <a:off x="237112" y="2007597"/>
          <a:ext cx="204819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DE" sz="1700" b="0" i="0" kern="1200" baseline="0"/>
            <a:t>RTL modeling using Verilog / VHDL</a:t>
          </a:r>
          <a:endParaRPr lang="en-US" sz="1700" kern="1200"/>
        </a:p>
      </dsp:txBody>
      <dsp:txXfrm>
        <a:off x="237112" y="2007597"/>
        <a:ext cx="2048197" cy="720000"/>
      </dsp:txXfrm>
    </dsp:sp>
    <dsp:sp modelId="{16B3F0F8-6602-406C-BF8C-160218B43B83}">
      <dsp:nvSpPr>
        <dsp:cNvPr id="0" name=""/>
        <dsp:cNvSpPr/>
      </dsp:nvSpPr>
      <dsp:spPr>
        <a:xfrm>
          <a:off x="3043143" y="369040"/>
          <a:ext cx="1249400" cy="12494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0A2AB4-A342-4C93-8AB7-F927C645642E}">
      <dsp:nvSpPr>
        <dsp:cNvPr id="0" name=""/>
        <dsp:cNvSpPr/>
      </dsp:nvSpPr>
      <dsp:spPr>
        <a:xfrm>
          <a:off x="3309408" y="635305"/>
          <a:ext cx="716869" cy="716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1F1D6-C4BE-4A38-802B-8CA8D0DDBC0A}">
      <dsp:nvSpPr>
        <dsp:cNvPr id="0" name=""/>
        <dsp:cNvSpPr/>
      </dsp:nvSpPr>
      <dsp:spPr>
        <a:xfrm>
          <a:off x="2643744" y="2007597"/>
          <a:ext cx="204819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DE" sz="1700" b="0" i="0" kern="1200" baseline="0"/>
            <a:t>Explicit control of timing &amp; resources</a:t>
          </a:r>
          <a:endParaRPr lang="en-US" sz="1700" kern="1200"/>
        </a:p>
      </dsp:txBody>
      <dsp:txXfrm>
        <a:off x="2643744" y="2007597"/>
        <a:ext cx="2048197" cy="720000"/>
      </dsp:txXfrm>
    </dsp:sp>
    <dsp:sp modelId="{29154E4A-BB85-4D42-9DA5-EA7B55F1F620}">
      <dsp:nvSpPr>
        <dsp:cNvPr id="0" name=""/>
        <dsp:cNvSpPr/>
      </dsp:nvSpPr>
      <dsp:spPr>
        <a:xfrm>
          <a:off x="5449775" y="369040"/>
          <a:ext cx="1249400" cy="12494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97730-B040-4F35-8EB1-451A52B6205F}">
      <dsp:nvSpPr>
        <dsp:cNvPr id="0" name=""/>
        <dsp:cNvSpPr/>
      </dsp:nvSpPr>
      <dsp:spPr>
        <a:xfrm>
          <a:off x="5716040" y="635305"/>
          <a:ext cx="716869" cy="716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32E11-540E-4D9A-98D7-16DC69D66B25}">
      <dsp:nvSpPr>
        <dsp:cNvPr id="0" name=""/>
        <dsp:cNvSpPr/>
      </dsp:nvSpPr>
      <dsp:spPr>
        <a:xfrm>
          <a:off x="5050376" y="2007597"/>
          <a:ext cx="204819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DE" sz="1700" b="0" i="0" kern="1200" baseline="0"/>
            <a:t>Manual pipelining and state machines</a:t>
          </a:r>
          <a:endParaRPr lang="en-US" sz="1700" kern="1200"/>
        </a:p>
      </dsp:txBody>
      <dsp:txXfrm>
        <a:off x="5050376" y="2007597"/>
        <a:ext cx="2048197" cy="720000"/>
      </dsp:txXfrm>
    </dsp:sp>
    <dsp:sp modelId="{789F0BD0-0D10-4D5E-B63E-B8F41D096E77}">
      <dsp:nvSpPr>
        <dsp:cNvPr id="0" name=""/>
        <dsp:cNvSpPr/>
      </dsp:nvSpPr>
      <dsp:spPr>
        <a:xfrm>
          <a:off x="7856407" y="369040"/>
          <a:ext cx="1249400" cy="12494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AE80E7-9B40-4241-AE24-2CE70F4E4AC4}">
      <dsp:nvSpPr>
        <dsp:cNvPr id="0" name=""/>
        <dsp:cNvSpPr/>
      </dsp:nvSpPr>
      <dsp:spPr>
        <a:xfrm>
          <a:off x="8122672" y="635305"/>
          <a:ext cx="716869" cy="7168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56ADC-2C9A-4A9E-A45A-3BD5154D927B}">
      <dsp:nvSpPr>
        <dsp:cNvPr id="0" name=""/>
        <dsp:cNvSpPr/>
      </dsp:nvSpPr>
      <dsp:spPr>
        <a:xfrm>
          <a:off x="7457008" y="2007597"/>
          <a:ext cx="204819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DE" sz="1700" b="0" i="0" kern="1200" baseline="0"/>
            <a:t>Predictable performance</a:t>
          </a:r>
          <a:endParaRPr lang="en-US" sz="1700" kern="1200"/>
        </a:p>
      </dsp:txBody>
      <dsp:txXfrm>
        <a:off x="7457008" y="2007597"/>
        <a:ext cx="2048197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9B5FD1-6ABE-4180-BA94-DC9A38F64E12}">
      <dsp:nvSpPr>
        <dsp:cNvPr id="0" name=""/>
        <dsp:cNvSpPr/>
      </dsp:nvSpPr>
      <dsp:spPr>
        <a:xfrm>
          <a:off x="166459" y="69761"/>
          <a:ext cx="1137628" cy="11376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98090-8E7A-48D5-A721-0C2C2166AFFD}">
      <dsp:nvSpPr>
        <dsp:cNvPr id="0" name=""/>
        <dsp:cNvSpPr/>
      </dsp:nvSpPr>
      <dsp:spPr>
        <a:xfrm>
          <a:off x="405361" y="308663"/>
          <a:ext cx="659824" cy="6598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09FD2-9F34-449D-86E3-AFE05CFFE947}">
      <dsp:nvSpPr>
        <dsp:cNvPr id="0" name=""/>
        <dsp:cNvSpPr/>
      </dsp:nvSpPr>
      <dsp:spPr>
        <a:xfrm>
          <a:off x="1547865" y="69761"/>
          <a:ext cx="2681553" cy="1137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b="0" i="0" kern="1200" baseline="0" dirty="0"/>
            <a:t>Long development time</a:t>
          </a:r>
          <a:endParaRPr lang="en-US" sz="2400" kern="1200" dirty="0"/>
        </a:p>
      </dsp:txBody>
      <dsp:txXfrm>
        <a:off x="1547865" y="69761"/>
        <a:ext cx="2681553" cy="1137628"/>
      </dsp:txXfrm>
    </dsp:sp>
    <dsp:sp modelId="{4DF0C6D5-33B8-48D7-914A-A2ACB1A5F163}">
      <dsp:nvSpPr>
        <dsp:cNvPr id="0" name=""/>
        <dsp:cNvSpPr/>
      </dsp:nvSpPr>
      <dsp:spPr>
        <a:xfrm>
          <a:off x="4696659" y="69761"/>
          <a:ext cx="1137628" cy="11376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45D4E-C255-446F-BE60-A39C76478D25}">
      <dsp:nvSpPr>
        <dsp:cNvPr id="0" name=""/>
        <dsp:cNvSpPr/>
      </dsp:nvSpPr>
      <dsp:spPr>
        <a:xfrm>
          <a:off x="4935561" y="308663"/>
          <a:ext cx="659824" cy="6598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B941D-3171-4584-ADDF-1734258A016F}">
      <dsp:nvSpPr>
        <dsp:cNvPr id="0" name=""/>
        <dsp:cNvSpPr/>
      </dsp:nvSpPr>
      <dsp:spPr>
        <a:xfrm>
          <a:off x="6078065" y="69761"/>
          <a:ext cx="2681553" cy="1137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b="0" i="0" kern="1200" baseline="0"/>
            <a:t>Manual design space exploration</a:t>
          </a:r>
          <a:endParaRPr lang="en-US" sz="2400" kern="1200"/>
        </a:p>
      </dsp:txBody>
      <dsp:txXfrm>
        <a:off x="6078065" y="69761"/>
        <a:ext cx="2681553" cy="1137628"/>
      </dsp:txXfrm>
    </dsp:sp>
    <dsp:sp modelId="{755B562D-87E8-4F77-9D13-735AB60B17CA}">
      <dsp:nvSpPr>
        <dsp:cNvPr id="0" name=""/>
        <dsp:cNvSpPr/>
      </dsp:nvSpPr>
      <dsp:spPr>
        <a:xfrm>
          <a:off x="166459" y="1701984"/>
          <a:ext cx="1137628" cy="11376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03040-8D7F-49EF-94C2-004DCBD74F21}">
      <dsp:nvSpPr>
        <dsp:cNvPr id="0" name=""/>
        <dsp:cNvSpPr/>
      </dsp:nvSpPr>
      <dsp:spPr>
        <a:xfrm>
          <a:off x="405361" y="1940886"/>
          <a:ext cx="659824" cy="6598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3A0B4-404B-4854-BDEA-F5EF05043B4E}">
      <dsp:nvSpPr>
        <dsp:cNvPr id="0" name=""/>
        <dsp:cNvSpPr/>
      </dsp:nvSpPr>
      <dsp:spPr>
        <a:xfrm>
          <a:off x="1547865" y="1701984"/>
          <a:ext cx="2681553" cy="1137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b="0" i="0" kern="1200" baseline="0"/>
            <a:t>Complex verification</a:t>
          </a:r>
          <a:endParaRPr lang="en-US" sz="2400" kern="1200"/>
        </a:p>
      </dsp:txBody>
      <dsp:txXfrm>
        <a:off x="1547865" y="1701984"/>
        <a:ext cx="2681553" cy="1137628"/>
      </dsp:txXfrm>
    </dsp:sp>
    <dsp:sp modelId="{191D1DA4-378E-4B09-8140-72332B956645}">
      <dsp:nvSpPr>
        <dsp:cNvPr id="0" name=""/>
        <dsp:cNvSpPr/>
      </dsp:nvSpPr>
      <dsp:spPr>
        <a:xfrm>
          <a:off x="4696659" y="1701984"/>
          <a:ext cx="1137628" cy="11376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4BFC19-C81F-4C38-9985-6F2BCFA286C9}">
      <dsp:nvSpPr>
        <dsp:cNvPr id="0" name=""/>
        <dsp:cNvSpPr/>
      </dsp:nvSpPr>
      <dsp:spPr>
        <a:xfrm>
          <a:off x="4935561" y="1940886"/>
          <a:ext cx="659824" cy="6598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BE737-7385-4EA6-9DF8-32B3F78C0A5C}">
      <dsp:nvSpPr>
        <dsp:cNvPr id="0" name=""/>
        <dsp:cNvSpPr/>
      </dsp:nvSpPr>
      <dsp:spPr>
        <a:xfrm>
          <a:off x="6078065" y="1701984"/>
          <a:ext cx="2681553" cy="1137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400" b="0" i="0" kern="1200" baseline="0"/>
            <a:t>Difficult maintenance for large designs</a:t>
          </a:r>
          <a:endParaRPr lang="en-US" sz="2400" kern="1200"/>
        </a:p>
      </dsp:txBody>
      <dsp:txXfrm>
        <a:off x="6078065" y="1701984"/>
        <a:ext cx="2681553" cy="11376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23852-CDA6-4480-82EC-BF5F0E45AC3E}">
      <dsp:nvSpPr>
        <dsp:cNvPr id="0" name=""/>
        <dsp:cNvSpPr/>
      </dsp:nvSpPr>
      <dsp:spPr>
        <a:xfrm>
          <a:off x="282691" y="1038017"/>
          <a:ext cx="872824" cy="8728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F5193C-B998-4C50-AA08-D9A2CF030AF7}">
      <dsp:nvSpPr>
        <dsp:cNvPr id="0" name=""/>
        <dsp:cNvSpPr/>
      </dsp:nvSpPr>
      <dsp:spPr>
        <a:xfrm>
          <a:off x="468703" y="1224029"/>
          <a:ext cx="500800" cy="500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CC02D-7348-44C9-9695-5168C278C41C}">
      <dsp:nvSpPr>
        <dsp:cNvPr id="0" name=""/>
        <dsp:cNvSpPr/>
      </dsp:nvSpPr>
      <dsp:spPr>
        <a:xfrm>
          <a:off x="3674" y="2182705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DE" sz="1200" b="0" i="0" kern="1200" baseline="0"/>
            <a:t>Design in C / C++ / SystemC</a:t>
          </a:r>
          <a:endParaRPr lang="en-US" sz="1200" kern="1200"/>
        </a:p>
      </dsp:txBody>
      <dsp:txXfrm>
        <a:off x="3674" y="2182705"/>
        <a:ext cx="1430859" cy="572343"/>
      </dsp:txXfrm>
    </dsp:sp>
    <dsp:sp modelId="{5C14EEEB-0588-4217-BA45-F4D1EE89DAA9}">
      <dsp:nvSpPr>
        <dsp:cNvPr id="0" name=""/>
        <dsp:cNvSpPr/>
      </dsp:nvSpPr>
      <dsp:spPr>
        <a:xfrm>
          <a:off x="1963951" y="1038017"/>
          <a:ext cx="872824" cy="8728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AE0B6-DC27-4F30-A31E-B175C62055D4}">
      <dsp:nvSpPr>
        <dsp:cNvPr id="0" name=""/>
        <dsp:cNvSpPr/>
      </dsp:nvSpPr>
      <dsp:spPr>
        <a:xfrm>
          <a:off x="2149963" y="1224029"/>
          <a:ext cx="500800" cy="500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E7DAC-00D1-48EC-8943-3EE82C11B2FD}">
      <dsp:nvSpPr>
        <dsp:cNvPr id="0" name=""/>
        <dsp:cNvSpPr/>
      </dsp:nvSpPr>
      <dsp:spPr>
        <a:xfrm>
          <a:off x="1684933" y="2182705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DE" sz="1200" b="0" i="0" kern="1200" baseline="0"/>
            <a:t>Compiler handles scheduling &amp; binding</a:t>
          </a:r>
          <a:endParaRPr lang="en-US" sz="1200" kern="1200"/>
        </a:p>
      </dsp:txBody>
      <dsp:txXfrm>
        <a:off x="1684933" y="2182705"/>
        <a:ext cx="1430859" cy="572343"/>
      </dsp:txXfrm>
    </dsp:sp>
    <dsp:sp modelId="{A86603D9-CF67-485B-98D9-15A64CC33E98}">
      <dsp:nvSpPr>
        <dsp:cNvPr id="0" name=""/>
        <dsp:cNvSpPr/>
      </dsp:nvSpPr>
      <dsp:spPr>
        <a:xfrm>
          <a:off x="3645211" y="1038017"/>
          <a:ext cx="872824" cy="8728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F9A91-0EFA-4230-80F1-24A0B2A8BA31}">
      <dsp:nvSpPr>
        <dsp:cNvPr id="0" name=""/>
        <dsp:cNvSpPr/>
      </dsp:nvSpPr>
      <dsp:spPr>
        <a:xfrm>
          <a:off x="3831222" y="1224029"/>
          <a:ext cx="500800" cy="500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5A4B0-BDA9-4A44-B8D9-B4BC6D6D843B}">
      <dsp:nvSpPr>
        <dsp:cNvPr id="0" name=""/>
        <dsp:cNvSpPr/>
      </dsp:nvSpPr>
      <dsp:spPr>
        <a:xfrm>
          <a:off x="3366193" y="2182705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DE" sz="1200" b="0" i="0" kern="1200" baseline="0"/>
            <a:t>Directives control optimization</a:t>
          </a:r>
          <a:endParaRPr lang="en-US" sz="1200" kern="1200"/>
        </a:p>
      </dsp:txBody>
      <dsp:txXfrm>
        <a:off x="3366193" y="2182705"/>
        <a:ext cx="1430859" cy="572343"/>
      </dsp:txXfrm>
    </dsp:sp>
    <dsp:sp modelId="{CD4C94E5-8B93-4F92-B70E-F4C5439326BA}">
      <dsp:nvSpPr>
        <dsp:cNvPr id="0" name=""/>
        <dsp:cNvSpPr/>
      </dsp:nvSpPr>
      <dsp:spPr>
        <a:xfrm>
          <a:off x="5326471" y="1038017"/>
          <a:ext cx="872824" cy="8728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70E0E7-794F-4BB6-A240-DA098EA359EF}">
      <dsp:nvSpPr>
        <dsp:cNvPr id="0" name=""/>
        <dsp:cNvSpPr/>
      </dsp:nvSpPr>
      <dsp:spPr>
        <a:xfrm>
          <a:off x="5512482" y="1224029"/>
          <a:ext cx="500800" cy="5008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C6976-5B65-4D84-AB0E-5699D1B4D284}">
      <dsp:nvSpPr>
        <dsp:cNvPr id="0" name=""/>
        <dsp:cNvSpPr/>
      </dsp:nvSpPr>
      <dsp:spPr>
        <a:xfrm>
          <a:off x="5047453" y="2182705"/>
          <a:ext cx="1430859" cy="57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DE" sz="1200" b="0" i="0" kern="1200" baseline="0"/>
            <a:t>Focus on algorithmic behavior</a:t>
          </a:r>
          <a:endParaRPr lang="en-US" sz="1200" kern="1200"/>
        </a:p>
      </dsp:txBody>
      <dsp:txXfrm>
        <a:off x="5047453" y="2182705"/>
        <a:ext cx="1430859" cy="5723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60907B-8A8A-4990-93B2-068CFE222F5A}">
      <dsp:nvSpPr>
        <dsp:cNvPr id="0" name=""/>
        <dsp:cNvSpPr/>
      </dsp:nvSpPr>
      <dsp:spPr>
        <a:xfrm>
          <a:off x="1239538" y="305742"/>
          <a:ext cx="4401438" cy="4401438"/>
        </a:xfrm>
        <a:prstGeom prst="pie">
          <a:avLst>
            <a:gd name="adj1" fmla="val 16200000"/>
            <a:gd name="adj2" fmla="val 19800000"/>
          </a:avLst>
        </a:prstGeom>
        <a:solidFill>
          <a:schemeClr val="accent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500" b="0" i="0" kern="1200" baseline="0"/>
            <a:t>Productivity</a:t>
          </a:r>
          <a:endParaRPr lang="en-US" sz="1500" kern="1200"/>
        </a:p>
      </dsp:txBody>
      <dsp:txXfrm>
        <a:off x="3487416" y="777325"/>
        <a:ext cx="1283752" cy="943165"/>
      </dsp:txXfrm>
    </dsp:sp>
    <dsp:sp modelId="{5F8D770F-F45C-401C-9883-C76BF7F07105}">
      <dsp:nvSpPr>
        <dsp:cNvPr id="0" name=""/>
        <dsp:cNvSpPr/>
      </dsp:nvSpPr>
      <dsp:spPr>
        <a:xfrm>
          <a:off x="1108543" y="532626"/>
          <a:ext cx="4401438" cy="4401438"/>
        </a:xfrm>
        <a:prstGeom prst="pie">
          <a:avLst>
            <a:gd name="adj1" fmla="val 19800000"/>
            <a:gd name="adj2" fmla="val 18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500" b="0" i="0" kern="1200" baseline="0"/>
            <a:t>Performance</a:t>
          </a:r>
          <a:endParaRPr lang="en-US" sz="1500" kern="1200"/>
        </a:p>
      </dsp:txBody>
      <dsp:txXfrm>
        <a:off x="4121433" y="2287962"/>
        <a:ext cx="1330911" cy="890767"/>
      </dsp:txXfrm>
    </dsp:sp>
    <dsp:sp modelId="{60B97C97-EF44-4AE8-91F9-4CA32B318F81}">
      <dsp:nvSpPr>
        <dsp:cNvPr id="0" name=""/>
        <dsp:cNvSpPr/>
      </dsp:nvSpPr>
      <dsp:spPr>
        <a:xfrm>
          <a:off x="1108543" y="532626"/>
          <a:ext cx="4401438" cy="4401438"/>
        </a:xfrm>
        <a:prstGeom prst="pie">
          <a:avLst>
            <a:gd name="adj1" fmla="val 1800000"/>
            <a:gd name="adj2" fmla="val 54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500" b="0" i="0" kern="1200" baseline="0"/>
            <a:t>Resource utilization</a:t>
          </a:r>
          <a:endParaRPr lang="en-US" sz="1500" kern="1200"/>
        </a:p>
      </dsp:txBody>
      <dsp:txXfrm>
        <a:off x="3356421" y="3519317"/>
        <a:ext cx="1283752" cy="943165"/>
      </dsp:txXfrm>
    </dsp:sp>
    <dsp:sp modelId="{2987428C-8FBF-48AA-B09A-EC46E0A22C21}">
      <dsp:nvSpPr>
        <dsp:cNvPr id="0" name=""/>
        <dsp:cNvSpPr/>
      </dsp:nvSpPr>
      <dsp:spPr>
        <a:xfrm>
          <a:off x="1108543" y="532626"/>
          <a:ext cx="4401438" cy="4401438"/>
        </a:xfrm>
        <a:prstGeom prst="pie">
          <a:avLst>
            <a:gd name="adj1" fmla="val 5400000"/>
            <a:gd name="adj2" fmla="val 90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500" b="0" i="0" kern="1200" baseline="0"/>
            <a:t>Power consumption</a:t>
          </a:r>
          <a:endParaRPr lang="en-US" sz="1500" kern="1200"/>
        </a:p>
      </dsp:txBody>
      <dsp:txXfrm>
        <a:off x="1978351" y="3519317"/>
        <a:ext cx="1283752" cy="943165"/>
      </dsp:txXfrm>
    </dsp:sp>
    <dsp:sp modelId="{6D295C9A-2E33-4A9E-8FA4-FD8F5130E08C}">
      <dsp:nvSpPr>
        <dsp:cNvPr id="0" name=""/>
        <dsp:cNvSpPr/>
      </dsp:nvSpPr>
      <dsp:spPr>
        <a:xfrm>
          <a:off x="1108543" y="532626"/>
          <a:ext cx="4401438" cy="4401438"/>
        </a:xfrm>
        <a:prstGeom prst="pie">
          <a:avLst>
            <a:gd name="adj1" fmla="val 9000000"/>
            <a:gd name="adj2" fmla="val 126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500" b="0" i="0" kern="1200" baseline="0"/>
            <a:t>Verification complexity</a:t>
          </a:r>
          <a:endParaRPr lang="en-US" sz="1500" kern="1200"/>
        </a:p>
      </dsp:txBody>
      <dsp:txXfrm>
        <a:off x="1176661" y="2287962"/>
        <a:ext cx="1330911" cy="890767"/>
      </dsp:txXfrm>
    </dsp:sp>
    <dsp:sp modelId="{0F52DD61-C749-4897-919E-C672398F3EF7}">
      <dsp:nvSpPr>
        <dsp:cNvPr id="0" name=""/>
        <dsp:cNvSpPr/>
      </dsp:nvSpPr>
      <dsp:spPr>
        <a:xfrm>
          <a:off x="1108543" y="532626"/>
          <a:ext cx="4401438" cy="4401438"/>
        </a:xfrm>
        <a:prstGeom prst="pie">
          <a:avLst>
            <a:gd name="adj1" fmla="val 126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500" b="0" i="0" kern="1200" baseline="0"/>
            <a:t>Maintainability</a:t>
          </a:r>
          <a:endParaRPr lang="en-US" sz="1500" kern="1200"/>
        </a:p>
      </dsp:txBody>
      <dsp:txXfrm>
        <a:off x="1978351" y="1004209"/>
        <a:ext cx="1283752" cy="9431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F8CC6-A672-4ADB-9F58-3683BA9ED702}">
      <dsp:nvSpPr>
        <dsp:cNvPr id="0" name=""/>
        <dsp:cNvSpPr/>
      </dsp:nvSpPr>
      <dsp:spPr>
        <a:xfrm>
          <a:off x="0" y="990713"/>
          <a:ext cx="1543130" cy="9798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F9FF70-B22D-42E9-8AC3-9332E1D71E2D}">
      <dsp:nvSpPr>
        <dsp:cNvPr id="0" name=""/>
        <dsp:cNvSpPr/>
      </dsp:nvSpPr>
      <dsp:spPr>
        <a:xfrm>
          <a:off x="171458" y="1153599"/>
          <a:ext cx="1543130" cy="97988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b="0" i="0" kern="1200" baseline="0"/>
            <a:t>HDL → high performance, low productivity</a:t>
          </a:r>
          <a:endParaRPr lang="en-US" sz="1400" kern="1200"/>
        </a:p>
      </dsp:txBody>
      <dsp:txXfrm>
        <a:off x="200158" y="1182299"/>
        <a:ext cx="1485730" cy="922488"/>
      </dsp:txXfrm>
    </dsp:sp>
    <dsp:sp modelId="{09E4AFA0-4324-4628-ACBD-335D9DD690D6}">
      <dsp:nvSpPr>
        <dsp:cNvPr id="0" name=""/>
        <dsp:cNvSpPr/>
      </dsp:nvSpPr>
      <dsp:spPr>
        <a:xfrm>
          <a:off x="1886048" y="990713"/>
          <a:ext cx="1543130" cy="9798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C1C9EF-E691-42AD-B5E2-C4DB7A10AA79}">
      <dsp:nvSpPr>
        <dsp:cNvPr id="0" name=""/>
        <dsp:cNvSpPr/>
      </dsp:nvSpPr>
      <dsp:spPr>
        <a:xfrm>
          <a:off x="2057507" y="1153599"/>
          <a:ext cx="1543130" cy="97988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b="0" i="0" kern="1200" baseline="0"/>
            <a:t>HLS → high productivity, performance depends on tuning</a:t>
          </a:r>
          <a:endParaRPr lang="en-US" sz="1400" kern="1200"/>
        </a:p>
      </dsp:txBody>
      <dsp:txXfrm>
        <a:off x="2086207" y="1182299"/>
        <a:ext cx="1485730" cy="922488"/>
      </dsp:txXfrm>
    </dsp:sp>
    <dsp:sp modelId="{587116C9-E50C-49F7-9E3D-EE59B633C59C}">
      <dsp:nvSpPr>
        <dsp:cNvPr id="0" name=""/>
        <dsp:cNvSpPr/>
      </dsp:nvSpPr>
      <dsp:spPr>
        <a:xfrm>
          <a:off x="3772097" y="990713"/>
          <a:ext cx="1543130" cy="9798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9F9ABB-84C9-40F5-A167-19C19121A8CD}">
      <dsp:nvSpPr>
        <dsp:cNvPr id="0" name=""/>
        <dsp:cNvSpPr/>
      </dsp:nvSpPr>
      <dsp:spPr>
        <a:xfrm>
          <a:off x="3943556" y="1153599"/>
          <a:ext cx="1543130" cy="97988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400" b="0" i="0" kern="1200" baseline="0"/>
            <a:t>Trade-off between abstraction and control</a:t>
          </a:r>
          <a:endParaRPr lang="en-US" sz="1400" kern="1200"/>
        </a:p>
      </dsp:txBody>
      <dsp:txXfrm>
        <a:off x="3972256" y="1182299"/>
        <a:ext cx="1485730" cy="92248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089D4-281F-4BAD-A64A-A20F0777A136}">
      <dsp:nvSpPr>
        <dsp:cNvPr id="0" name=""/>
        <dsp:cNvSpPr/>
      </dsp:nvSpPr>
      <dsp:spPr>
        <a:xfrm>
          <a:off x="0" y="2174"/>
          <a:ext cx="6749521" cy="11022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7CD8BE-3AEF-4AA3-989E-AD689DD30A04}">
      <dsp:nvSpPr>
        <dsp:cNvPr id="0" name=""/>
        <dsp:cNvSpPr/>
      </dsp:nvSpPr>
      <dsp:spPr>
        <a:xfrm>
          <a:off x="333416" y="250170"/>
          <a:ext cx="606210" cy="606210"/>
        </a:xfrm>
        <a:prstGeom prst="rect">
          <a:avLst/>
        </a:prstGeom>
        <a:solidFill>
          <a:schemeClr val="accent2"/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79248-4E21-440F-B79C-B426AAFBBC95}">
      <dsp:nvSpPr>
        <dsp:cNvPr id="0" name=""/>
        <dsp:cNvSpPr/>
      </dsp:nvSpPr>
      <dsp:spPr>
        <a:xfrm>
          <a:off x="1273043" y="2174"/>
          <a:ext cx="5476477" cy="110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50" tIns="116650" rIns="116650" bIns="1166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b="0" i="0" kern="1200" baseline="0"/>
            <a:t>DSP (FFT, FIR, filters)</a:t>
          </a:r>
          <a:endParaRPr lang="en-US" sz="2200" kern="1200"/>
        </a:p>
      </dsp:txBody>
      <dsp:txXfrm>
        <a:off x="1273043" y="2174"/>
        <a:ext cx="5476477" cy="1102201"/>
      </dsp:txXfrm>
    </dsp:sp>
    <dsp:sp modelId="{D208DCA9-D9DD-43F3-86F8-92487E6D6821}">
      <dsp:nvSpPr>
        <dsp:cNvPr id="0" name=""/>
        <dsp:cNvSpPr/>
      </dsp:nvSpPr>
      <dsp:spPr>
        <a:xfrm>
          <a:off x="0" y="1379926"/>
          <a:ext cx="6749521" cy="11022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8D5EA0-F9D3-4F99-AB04-4F5D4A6E19C0}">
      <dsp:nvSpPr>
        <dsp:cNvPr id="0" name=""/>
        <dsp:cNvSpPr/>
      </dsp:nvSpPr>
      <dsp:spPr>
        <a:xfrm>
          <a:off x="333416" y="1627922"/>
          <a:ext cx="606210" cy="606210"/>
        </a:xfrm>
        <a:prstGeom prst="rect">
          <a:avLst/>
        </a:prstGeom>
        <a:solidFill>
          <a:schemeClr val="accent2"/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0680D-6C50-480F-9D80-47FE159AFF40}">
      <dsp:nvSpPr>
        <dsp:cNvPr id="0" name=""/>
        <dsp:cNvSpPr/>
      </dsp:nvSpPr>
      <dsp:spPr>
        <a:xfrm>
          <a:off x="1273043" y="1379926"/>
          <a:ext cx="5476477" cy="110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50" tIns="116650" rIns="116650" bIns="1166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b="0" i="0" kern="1200" baseline="0"/>
            <a:t>Image &amp; video processing</a:t>
          </a:r>
          <a:endParaRPr lang="en-US" sz="2200" kern="1200"/>
        </a:p>
      </dsp:txBody>
      <dsp:txXfrm>
        <a:off x="1273043" y="1379926"/>
        <a:ext cx="5476477" cy="1102201"/>
      </dsp:txXfrm>
    </dsp:sp>
    <dsp:sp modelId="{F1FDC999-C012-427F-8D81-45B668D48B17}">
      <dsp:nvSpPr>
        <dsp:cNvPr id="0" name=""/>
        <dsp:cNvSpPr/>
      </dsp:nvSpPr>
      <dsp:spPr>
        <a:xfrm>
          <a:off x="0" y="2757679"/>
          <a:ext cx="6749521" cy="11022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762FF2-F2E2-430E-99D9-55D96D884F3A}">
      <dsp:nvSpPr>
        <dsp:cNvPr id="0" name=""/>
        <dsp:cNvSpPr/>
      </dsp:nvSpPr>
      <dsp:spPr>
        <a:xfrm>
          <a:off x="333416" y="3005674"/>
          <a:ext cx="606210" cy="606210"/>
        </a:xfrm>
        <a:prstGeom prst="rect">
          <a:avLst/>
        </a:prstGeom>
        <a:solidFill>
          <a:schemeClr val="accent2"/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9F57B-B405-48DF-8A6F-0FED46784501}">
      <dsp:nvSpPr>
        <dsp:cNvPr id="0" name=""/>
        <dsp:cNvSpPr/>
      </dsp:nvSpPr>
      <dsp:spPr>
        <a:xfrm>
          <a:off x="1273043" y="2757679"/>
          <a:ext cx="5476477" cy="110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50" tIns="116650" rIns="116650" bIns="1166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b="0" i="0" kern="1200" baseline="0"/>
            <a:t>Machine learning accelerators</a:t>
          </a:r>
          <a:endParaRPr lang="en-US" sz="2200" kern="1200"/>
        </a:p>
      </dsp:txBody>
      <dsp:txXfrm>
        <a:off x="1273043" y="2757679"/>
        <a:ext cx="5476477" cy="1102201"/>
      </dsp:txXfrm>
    </dsp:sp>
    <dsp:sp modelId="{25B2053F-F3A4-4EFF-973E-C0BA29601590}">
      <dsp:nvSpPr>
        <dsp:cNvPr id="0" name=""/>
        <dsp:cNvSpPr/>
      </dsp:nvSpPr>
      <dsp:spPr>
        <a:xfrm>
          <a:off x="0" y="4135431"/>
          <a:ext cx="6749521" cy="11022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5350C-BF58-4360-B99A-2356D0E12FD0}">
      <dsp:nvSpPr>
        <dsp:cNvPr id="0" name=""/>
        <dsp:cNvSpPr/>
      </dsp:nvSpPr>
      <dsp:spPr>
        <a:xfrm>
          <a:off x="333416" y="4383426"/>
          <a:ext cx="606210" cy="606210"/>
        </a:xfrm>
        <a:prstGeom prst="rect">
          <a:avLst/>
        </a:prstGeom>
        <a:solidFill>
          <a:schemeClr val="accent2"/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63F9E-EE6F-4648-A530-B216FD061808}">
      <dsp:nvSpPr>
        <dsp:cNvPr id="0" name=""/>
        <dsp:cNvSpPr/>
      </dsp:nvSpPr>
      <dsp:spPr>
        <a:xfrm>
          <a:off x="1273043" y="4135431"/>
          <a:ext cx="5476477" cy="110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50" tIns="116650" rIns="116650" bIns="1166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200" b="0" i="0" kern="1200" baseline="0"/>
            <a:t>Rapid prototyping</a:t>
          </a:r>
          <a:endParaRPr lang="en-US" sz="2200" kern="1200"/>
        </a:p>
      </dsp:txBody>
      <dsp:txXfrm>
        <a:off x="1273043" y="4135431"/>
        <a:ext cx="5476477" cy="110220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A19255-B116-4C76-B1C3-CEE1DCAFCE8A}">
      <dsp:nvSpPr>
        <dsp:cNvPr id="0" name=""/>
        <dsp:cNvSpPr/>
      </dsp:nvSpPr>
      <dsp:spPr>
        <a:xfrm>
          <a:off x="0" y="623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D933B7-6275-429E-82FE-426A239851DF}">
      <dsp:nvSpPr>
        <dsp:cNvPr id="0" name=""/>
        <dsp:cNvSpPr/>
      </dsp:nvSpPr>
      <dsp:spPr>
        <a:xfrm>
          <a:off x="0" y="62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b="0" i="0" kern="1200" baseline="0"/>
            <a:t>HLS for compute kernels</a:t>
          </a:r>
          <a:endParaRPr lang="en-US" sz="2800" kern="1200"/>
        </a:p>
      </dsp:txBody>
      <dsp:txXfrm>
        <a:off x="0" y="623"/>
        <a:ext cx="6492875" cy="1020830"/>
      </dsp:txXfrm>
    </dsp:sp>
    <dsp:sp modelId="{A703C72C-9738-462A-BEB2-81996951F481}">
      <dsp:nvSpPr>
        <dsp:cNvPr id="0" name=""/>
        <dsp:cNvSpPr/>
      </dsp:nvSpPr>
      <dsp:spPr>
        <a:xfrm>
          <a:off x="0" y="1021453"/>
          <a:ext cx="6492875" cy="0"/>
        </a:xfrm>
        <a:prstGeom prst="line">
          <a:avLst/>
        </a:prstGeom>
        <a:solidFill>
          <a:schemeClr val="accent2">
            <a:hueOff val="-898490"/>
            <a:satOff val="6181"/>
            <a:lumOff val="686"/>
            <a:alphaOff val="0"/>
          </a:schemeClr>
        </a:solidFill>
        <a:ln w="15875" cap="rnd" cmpd="sng" algn="ctr">
          <a:solidFill>
            <a:schemeClr val="accent2">
              <a:hueOff val="-898490"/>
              <a:satOff val="6181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90DE8-F058-4C8B-8F81-8530F71404D6}">
      <dsp:nvSpPr>
        <dsp:cNvPr id="0" name=""/>
        <dsp:cNvSpPr/>
      </dsp:nvSpPr>
      <dsp:spPr>
        <a:xfrm>
          <a:off x="0" y="1021453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b="0" i="0" kern="1200" baseline="0"/>
            <a:t>HDL for control &amp; interfaces</a:t>
          </a:r>
          <a:endParaRPr lang="en-US" sz="2800" kern="1200"/>
        </a:p>
      </dsp:txBody>
      <dsp:txXfrm>
        <a:off x="0" y="1021453"/>
        <a:ext cx="6492875" cy="1020830"/>
      </dsp:txXfrm>
    </dsp:sp>
    <dsp:sp modelId="{C31FC3A6-479E-41A5-B94E-EA140796E8C7}">
      <dsp:nvSpPr>
        <dsp:cNvPr id="0" name=""/>
        <dsp:cNvSpPr/>
      </dsp:nvSpPr>
      <dsp:spPr>
        <a:xfrm>
          <a:off x="0" y="2042284"/>
          <a:ext cx="6492875" cy="0"/>
        </a:xfrm>
        <a:prstGeom prst="line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29E76-4DBD-4605-8244-B881BDAB1319}">
      <dsp:nvSpPr>
        <dsp:cNvPr id="0" name=""/>
        <dsp:cNvSpPr/>
      </dsp:nvSpPr>
      <dsp:spPr>
        <a:xfrm>
          <a:off x="0" y="2042284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b="0" i="0" kern="1200" baseline="0"/>
            <a:t>AI-assisted synthesis</a:t>
          </a:r>
          <a:endParaRPr lang="en-US" sz="2800" kern="1200"/>
        </a:p>
      </dsp:txBody>
      <dsp:txXfrm>
        <a:off x="0" y="2042284"/>
        <a:ext cx="6492875" cy="1020830"/>
      </dsp:txXfrm>
    </dsp:sp>
    <dsp:sp modelId="{10FCD55E-B3A4-41B1-8FB3-5AF16E21A1D5}">
      <dsp:nvSpPr>
        <dsp:cNvPr id="0" name=""/>
        <dsp:cNvSpPr/>
      </dsp:nvSpPr>
      <dsp:spPr>
        <a:xfrm>
          <a:off x="0" y="3063115"/>
          <a:ext cx="6492875" cy="0"/>
        </a:xfrm>
        <a:prstGeom prst="line">
          <a:avLst/>
        </a:prstGeom>
        <a:solidFill>
          <a:schemeClr val="accent2">
            <a:hueOff val="-2695471"/>
            <a:satOff val="18542"/>
            <a:lumOff val="2058"/>
            <a:alphaOff val="0"/>
          </a:schemeClr>
        </a:solidFill>
        <a:ln w="15875" cap="rnd" cmpd="sng" algn="ctr">
          <a:solidFill>
            <a:schemeClr val="accent2">
              <a:hueOff val="-2695471"/>
              <a:satOff val="18542"/>
              <a:lumOff val="2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4F62E-16F9-462E-A748-6E44DD522C83}">
      <dsp:nvSpPr>
        <dsp:cNvPr id="0" name=""/>
        <dsp:cNvSpPr/>
      </dsp:nvSpPr>
      <dsp:spPr>
        <a:xfrm>
          <a:off x="0" y="3063115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b="0" i="0" kern="1200" baseline="0"/>
            <a:t>Domain-specific HLS tools</a:t>
          </a:r>
          <a:endParaRPr lang="en-US" sz="2800" kern="1200"/>
        </a:p>
      </dsp:txBody>
      <dsp:txXfrm>
        <a:off x="0" y="3063115"/>
        <a:ext cx="6492875" cy="1020830"/>
      </dsp:txXfrm>
    </dsp:sp>
    <dsp:sp modelId="{7AB1C92C-B5A1-4739-B311-019443855A54}">
      <dsp:nvSpPr>
        <dsp:cNvPr id="0" name=""/>
        <dsp:cNvSpPr/>
      </dsp:nvSpPr>
      <dsp:spPr>
        <a:xfrm>
          <a:off x="0" y="4083946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92D2A-D90C-4F23-95C5-C05B96E92742}">
      <dsp:nvSpPr>
        <dsp:cNvPr id="0" name=""/>
        <dsp:cNvSpPr/>
      </dsp:nvSpPr>
      <dsp:spPr>
        <a:xfrm>
          <a:off x="0" y="4083946"/>
          <a:ext cx="6492875" cy="1020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800" b="0" i="0" kern="1200" baseline="0"/>
            <a:t>Heterogeneous computing (CPU + FPGA + GPU)</a:t>
          </a:r>
          <a:r>
            <a:rPr lang="en-GB" sz="2800" b="0" i="0" kern="1200" baseline="0"/>
            <a:t> </a:t>
          </a:r>
          <a:endParaRPr lang="en-US" sz="2800" kern="1200"/>
        </a:p>
      </dsp:txBody>
      <dsp:txXfrm>
        <a:off x="0" y="4083946"/>
        <a:ext cx="6492875" cy="102083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32C5C-BF82-43F2-9C6C-FBD429CDFBEB}">
      <dsp:nvSpPr>
        <dsp:cNvPr id="0" name=""/>
        <dsp:cNvSpPr/>
      </dsp:nvSpPr>
      <dsp:spPr>
        <a:xfrm>
          <a:off x="0" y="0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BA546-BB69-46C0-8B26-3E2D4146B30B}">
      <dsp:nvSpPr>
        <dsp:cNvPr id="0" name=""/>
        <dsp:cNvSpPr/>
      </dsp:nvSpPr>
      <dsp:spPr>
        <a:xfrm>
          <a:off x="0" y="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/>
            <a:t>Key Takeaways:</a:t>
          </a:r>
          <a:endParaRPr lang="en-US" sz="3500" kern="1200"/>
        </a:p>
      </dsp:txBody>
      <dsp:txXfrm>
        <a:off x="0" y="0"/>
        <a:ext cx="6492875" cy="1276350"/>
      </dsp:txXfrm>
    </dsp:sp>
    <dsp:sp modelId="{564C35ED-639D-499E-9C77-19700831B1C0}">
      <dsp:nvSpPr>
        <dsp:cNvPr id="0" name=""/>
        <dsp:cNvSpPr/>
      </dsp:nvSpPr>
      <dsp:spPr>
        <a:xfrm>
          <a:off x="0" y="1276350"/>
          <a:ext cx="6492875" cy="0"/>
        </a:xfrm>
        <a:prstGeom prst="line">
          <a:avLst/>
        </a:prstGeom>
        <a:solidFill>
          <a:schemeClr val="accent2">
            <a:hueOff val="-1197987"/>
            <a:satOff val="8241"/>
            <a:lumOff val="915"/>
            <a:alphaOff val="0"/>
          </a:schemeClr>
        </a:solidFill>
        <a:ln w="15875" cap="rnd" cmpd="sng" algn="ctr">
          <a:solidFill>
            <a:schemeClr val="accent2">
              <a:hueOff val="-1197987"/>
              <a:satOff val="8241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2E405-64B2-4E50-9181-D6FE9A952A86}">
      <dsp:nvSpPr>
        <dsp:cNvPr id="0" name=""/>
        <dsp:cNvSpPr/>
      </dsp:nvSpPr>
      <dsp:spPr>
        <a:xfrm>
          <a:off x="0" y="12763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/>
            <a:t>HDL = control, predictability, performance</a:t>
          </a:r>
          <a:endParaRPr lang="en-US" sz="3500" kern="1200"/>
        </a:p>
      </dsp:txBody>
      <dsp:txXfrm>
        <a:off x="0" y="1276350"/>
        <a:ext cx="6492875" cy="1276350"/>
      </dsp:txXfrm>
    </dsp:sp>
    <dsp:sp modelId="{25E53E39-B72C-46BA-89A6-8D8F16C3870F}">
      <dsp:nvSpPr>
        <dsp:cNvPr id="0" name=""/>
        <dsp:cNvSpPr/>
      </dsp:nvSpPr>
      <dsp:spPr>
        <a:xfrm>
          <a:off x="0" y="2552700"/>
          <a:ext cx="6492875" cy="0"/>
        </a:xfrm>
        <a:prstGeom prst="line">
          <a:avLst/>
        </a:prstGeom>
        <a:solidFill>
          <a:schemeClr val="accent2">
            <a:hueOff val="-2395974"/>
            <a:satOff val="16481"/>
            <a:lumOff val="1829"/>
            <a:alphaOff val="0"/>
          </a:schemeClr>
        </a:solidFill>
        <a:ln w="15875" cap="rnd" cmpd="sng" algn="ctr">
          <a:solidFill>
            <a:schemeClr val="accent2">
              <a:hueOff val="-2395974"/>
              <a:satOff val="16481"/>
              <a:lumOff val="18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AEF95-5358-4DDB-B1BD-3BFBF3AD4E6E}">
      <dsp:nvSpPr>
        <dsp:cNvPr id="0" name=""/>
        <dsp:cNvSpPr/>
      </dsp:nvSpPr>
      <dsp:spPr>
        <a:xfrm>
          <a:off x="0" y="255270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/>
            <a:t>HLS = productivity, flexibility, fast iteration</a:t>
          </a:r>
          <a:endParaRPr lang="en-US" sz="3500" kern="1200"/>
        </a:p>
      </dsp:txBody>
      <dsp:txXfrm>
        <a:off x="0" y="2552700"/>
        <a:ext cx="6492875" cy="1276350"/>
      </dsp:txXfrm>
    </dsp:sp>
    <dsp:sp modelId="{A2CE69BF-09C5-4C93-90B7-10B3A54C24B8}">
      <dsp:nvSpPr>
        <dsp:cNvPr id="0" name=""/>
        <dsp:cNvSpPr/>
      </dsp:nvSpPr>
      <dsp:spPr>
        <a:xfrm>
          <a:off x="0" y="3829050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55EA4-8652-41EE-9DFD-317F5D611374}">
      <dsp:nvSpPr>
        <dsp:cNvPr id="0" name=""/>
        <dsp:cNvSpPr/>
      </dsp:nvSpPr>
      <dsp:spPr>
        <a:xfrm>
          <a:off x="0" y="3829050"/>
          <a:ext cx="6492875" cy="1276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/>
            <a:t>Best results → </a:t>
          </a:r>
          <a:r>
            <a:rPr lang="en-GB" sz="3500" b="1" kern="1200"/>
            <a:t>hybrid workflows</a:t>
          </a:r>
          <a:endParaRPr lang="en-US" sz="3500" kern="1200"/>
        </a:p>
      </dsp:txBody>
      <dsp:txXfrm>
        <a:off x="0" y="3829050"/>
        <a:ext cx="6492875" cy="12763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581DF-EF17-4029-BD7E-B39DEB41F126}" type="datetimeFigureOut">
              <a:rPr lang="en-DE" smtClean="0"/>
              <a:t>07/01/2026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6B33C-D3DA-472F-A152-B2A85DA6E3F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3117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Hello everyone.</a:t>
            </a:r>
            <a:br>
              <a:rPr lang="en-GB" dirty="0"/>
            </a:br>
            <a:r>
              <a:rPr lang="en-GB" dirty="0"/>
              <a:t>My name is Pisula Mayan Guruge Today I’ll be presenting The </a:t>
            </a:r>
            <a:r>
              <a:rPr lang="en-GB" b="1" dirty="0"/>
              <a:t>Comparison of HLS vs HDL in FPGA Design Flow</a:t>
            </a:r>
            <a:r>
              <a:rPr lang="en-GB" dirty="0"/>
              <a:t>.</a:t>
            </a:r>
          </a:p>
          <a:p>
            <a:r>
              <a:rPr lang="en-GB" dirty="0"/>
              <a:t>The goal of this presentation is to compare traditional HDL-based FPGA design with High-Level Synthesis, mainly focusing on productivity, performance, and how these approaches are actually used in practice.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306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000" baseline="0" dirty="0"/>
              <a:t>Every FPGA project starts with </a:t>
            </a:r>
            <a:r>
              <a:rPr lang="en-GB" sz="1000" b="1" baseline="0" dirty="0"/>
              <a:t>system specification</a:t>
            </a:r>
            <a:r>
              <a:rPr lang="en-GB" sz="1000" baseline="0" dirty="0"/>
              <a:t>. This is where we define what the system should do, how fast it needs to run, and what constraints we have.</a:t>
            </a:r>
          </a:p>
          <a:p>
            <a:r>
              <a:rPr lang="en-GB" sz="1000" baseline="0" dirty="0"/>
              <a:t>Next comes </a:t>
            </a:r>
            <a:r>
              <a:rPr lang="en-GB" sz="1000" b="1" baseline="0" dirty="0"/>
              <a:t>design entry</a:t>
            </a:r>
            <a:r>
              <a:rPr lang="en-GB" sz="1000" baseline="0" dirty="0"/>
              <a:t>. In a traditional approach, this means writing RTL using Verilog or VHDL. In an HLS-based approach, the design is written at a higher level instead.</a:t>
            </a:r>
          </a:p>
          <a:p>
            <a:r>
              <a:rPr lang="en-GB" sz="1000" baseline="0" dirty="0"/>
              <a:t>After that, the design is </a:t>
            </a:r>
            <a:r>
              <a:rPr lang="en-GB" sz="1000" b="1" baseline="0" dirty="0"/>
              <a:t>simulated</a:t>
            </a:r>
            <a:r>
              <a:rPr lang="en-GB" sz="1000" baseline="0" dirty="0"/>
              <a:t> to verify functional correctness. Then it goes through </a:t>
            </a:r>
            <a:r>
              <a:rPr lang="en-GB" sz="1000" b="1" baseline="0" dirty="0"/>
              <a:t>synthesis</a:t>
            </a:r>
            <a:r>
              <a:rPr lang="en-GB" sz="1000" baseline="0" dirty="0"/>
              <a:t>, where it is mapped onto FPGA resources like LUTs, registers, block RAMs, and DSP blocks.</a:t>
            </a:r>
          </a:p>
          <a:p>
            <a:r>
              <a:rPr lang="en-GB" sz="1000" baseline="0" dirty="0"/>
              <a:t>Following synthesis, </a:t>
            </a:r>
            <a:r>
              <a:rPr lang="en-GB" sz="1000" b="1" baseline="0" dirty="0"/>
              <a:t>placement and routing</a:t>
            </a:r>
            <a:r>
              <a:rPr lang="en-GB" sz="1000" baseline="0" dirty="0"/>
              <a:t> determine where the logic is physically placed on the FPGA and how it is connected. Finally, the </a:t>
            </a:r>
            <a:r>
              <a:rPr lang="en-GB" sz="1000" b="1" baseline="0" dirty="0"/>
              <a:t>bitstream</a:t>
            </a:r>
            <a:r>
              <a:rPr lang="en-GB" sz="1000" baseline="0" dirty="0"/>
              <a:t> is generated and programmed onto the FPGA.</a:t>
            </a:r>
          </a:p>
          <a:p>
            <a:r>
              <a:rPr lang="en-GB" sz="1000" baseline="0" dirty="0"/>
              <a:t>If you look at the figure on this slide, it shows exactly this flow.</a:t>
            </a:r>
            <a:br>
              <a:rPr lang="en-GB" sz="1000" baseline="0" dirty="0"/>
            </a:br>
            <a:r>
              <a:rPr lang="en-GB" sz="1000" baseline="0" dirty="0"/>
              <a:t>The key takeaway is that </a:t>
            </a:r>
            <a:r>
              <a:rPr lang="en-GB" sz="1000" b="1" baseline="0" dirty="0"/>
              <a:t>regardless of whether we use HDL or HLS, the backend flow is the same</a:t>
            </a:r>
            <a:r>
              <a:rPr lang="en-GB" sz="1000" baseline="0" dirty="0"/>
              <a:t>. The main difference is how the design is described at the beginning.”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74490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slide focuses on abstraction levels in FPGA design.</a:t>
            </a:r>
          </a:p>
          <a:p>
            <a:r>
              <a:rPr lang="en-GB" dirty="0"/>
              <a:t>With </a:t>
            </a:r>
            <a:r>
              <a:rPr lang="en-GB" b="1" dirty="0"/>
              <a:t>HDL</a:t>
            </a:r>
            <a:r>
              <a:rPr lang="en-GB" dirty="0"/>
              <a:t>, designers work at the register-transfer level. This is very close to the hardware and requires cycle-accurate descriptions.</a:t>
            </a:r>
          </a:p>
          <a:p>
            <a:r>
              <a:rPr lang="en-GB" dirty="0"/>
              <a:t>With </a:t>
            </a:r>
            <a:r>
              <a:rPr lang="en-GB" b="1" dirty="0"/>
              <a:t>HLS</a:t>
            </a:r>
            <a:r>
              <a:rPr lang="en-GB" dirty="0"/>
              <a:t>, designers work at a higher, more algorithmic level. Instead of describing registers and clock cycles, they describe computations and data flow.</a:t>
            </a:r>
          </a:p>
          <a:p>
            <a:r>
              <a:rPr lang="en-GB" dirty="0"/>
              <a:t>Even though the abstraction levels are different, both approaches eventually produce </a:t>
            </a:r>
            <a:r>
              <a:rPr lang="en-GB" b="1" dirty="0"/>
              <a:t>synthesizable RTL</a:t>
            </a:r>
            <a:r>
              <a:rPr lang="en-GB" dirty="0"/>
              <a:t> that is implemented on the FPGA.</a:t>
            </a:r>
          </a:p>
          <a:p>
            <a:r>
              <a:rPr lang="en-GB" dirty="0"/>
              <a:t>So HLS mainly shifts effort away from manual RTL coding toward compiler-driven scheduling and optimization.”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08492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“Now let’s look at the HDL-based FPGA design flow in more detail.</a:t>
            </a:r>
          </a:p>
          <a:p>
            <a:r>
              <a:rPr lang="en-GB" dirty="0"/>
              <a:t>In this approach, designers manually write RTL code using Verilog or VHDL. Hardware structure, timing, and data paths are explicitly defined.</a:t>
            </a:r>
          </a:p>
          <a:p>
            <a:r>
              <a:rPr lang="en-GB" dirty="0"/>
              <a:t>Designers decide where registers go, how pipelines are built, and how state machines operate. This provides very strong control over performance and timing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r>
              <a:rPr lang="en-GB" dirty="0"/>
              <a:t>Because of this level of control, HDL is still widely used for </a:t>
            </a:r>
            <a:r>
              <a:rPr lang="en-GB" b="1" dirty="0"/>
              <a:t>performance-critical and timing-sensitive designs</a:t>
            </a:r>
            <a:r>
              <a:rPr lang="en-GB" dirty="0"/>
              <a:t>.</a:t>
            </a:r>
          </a:p>
          <a:p>
            <a:r>
              <a:rPr lang="en-GB" dirty="0"/>
              <a:t>However, this also means that the designer needs deep hardware knowledge, and development can take a long time, especially as designs become larger and more complex.”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9944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“Despite its strengths, HDL-based design has several limitations.</a:t>
            </a:r>
          </a:p>
          <a:p>
            <a:r>
              <a:rPr lang="en-GB" dirty="0"/>
              <a:t>Development time is often long, because everything is done manually. Exploring alternative architectures usually requires significant code changes.</a:t>
            </a:r>
          </a:p>
          <a:p>
            <a:r>
              <a:rPr lang="en-GB" dirty="0"/>
              <a:t>Verification can also be complex and time-consuming, especially for large designs with many signals and pipelines.</a:t>
            </a:r>
          </a:p>
          <a:p>
            <a:r>
              <a:rPr lang="en-GB" dirty="0"/>
              <a:t>Maintaining and modifying large RTL codebases can become difficult over time.</a:t>
            </a:r>
          </a:p>
          <a:p>
            <a:r>
              <a:rPr lang="en-GB" dirty="0"/>
              <a:t>These limitations don’t mean HDL is bad — they represent the cost of having fine-grained control. They are also one of the main reasons why higher-level design approaches were introduced.”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9017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“High-Level Synthesis takes a different approach to FPGA design.</a:t>
            </a:r>
          </a:p>
          <a:p>
            <a:r>
              <a:rPr lang="en-GB" dirty="0"/>
              <a:t>Instead of writing RTL directly, designers describe functionality using high-level languages such as C, C++, or </a:t>
            </a:r>
            <a:r>
              <a:rPr lang="en-GB" dirty="0" err="1"/>
              <a:t>SystemC</a:t>
            </a:r>
            <a:r>
              <a:rPr lang="en-GB" dirty="0"/>
              <a:t>. These descriptions focus on what the algorithm does, rather than how it is implemented cycle by cycle.</a:t>
            </a:r>
          </a:p>
          <a:p>
            <a:r>
              <a:rPr lang="en-GB" dirty="0"/>
              <a:t>The HLS tool then performs scheduling, resource allocation, and binding to automatically generate RTL. Designers can guide this process using directives, for example to pipeline loops or increase parallelism.</a:t>
            </a:r>
          </a:p>
          <a:p>
            <a:r>
              <a:rPr lang="en-GB" dirty="0"/>
              <a:t>If you look at the figure on this slide, it shows this clearly:</a:t>
            </a:r>
            <a:br>
              <a:rPr lang="en-GB" dirty="0"/>
            </a:br>
            <a:r>
              <a:rPr lang="en-GB" dirty="0"/>
              <a:t>the design starts from a C or C++ description, goes through HLS synthesis, generates RTL, and then enters the standard FPGA backend flow.</a:t>
            </a:r>
          </a:p>
          <a:p>
            <a:r>
              <a:rPr lang="en-GB" dirty="0"/>
              <a:t>So HLS doesn’t remove RTL — it </a:t>
            </a:r>
            <a:r>
              <a:rPr lang="en-GB" b="1" dirty="0"/>
              <a:t>automates how RTL is created</a:t>
            </a:r>
            <a:r>
              <a:rPr lang="en-GB" dirty="0"/>
              <a:t>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382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“One major advantage of HLS is </a:t>
            </a:r>
            <a:r>
              <a:rPr lang="en-GB" b="1" dirty="0"/>
              <a:t>productivity</a:t>
            </a:r>
            <a:r>
              <a:rPr lang="en-GB" dirty="0"/>
              <a:t>. High-level code is usually shorter and easier to modify than RTL, which allows faster iteration and rapid prototyping.</a:t>
            </a:r>
          </a:p>
          <a:p>
            <a:r>
              <a:rPr lang="en-GB" dirty="0"/>
              <a:t>HLS also makes it easier to explore different design options by changing synthesis directives instead of rewriting large parts of the code.</a:t>
            </a:r>
          </a:p>
          <a:p>
            <a:r>
              <a:rPr lang="en-GB" dirty="0"/>
              <a:t>At the same time, HLS has challenges. The quality of the generated hardware depends on coding style and tool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r>
              <a:rPr lang="en-GB" dirty="0"/>
              <a:t>Debugging generated RTL can be difficult, and hardware knowledge is still required to achieve efficient and predictable results.”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06835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“To compare HDL and HLS fairly, both approaches are evaluated using the same criteria.</a:t>
            </a:r>
          </a:p>
          <a:p>
            <a:r>
              <a:rPr lang="en-GB" dirty="0"/>
              <a:t>These include productivity, performance, resource utilization, power consumption, verification complexity, and maintainability.</a:t>
            </a:r>
          </a:p>
          <a:p>
            <a:r>
              <a:rPr lang="en-GB" dirty="0"/>
              <a:t>The next few slides focus on the most important trade-offs between the two.”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02786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“This slide shows the trade-off between productivity and performance.</a:t>
            </a:r>
          </a:p>
          <a:p>
            <a:r>
              <a:rPr lang="en-GB" dirty="0"/>
              <a:t>HDL-based design typically offers very high and predictable performance, but productivity is lower because development and optimization are manual.</a:t>
            </a:r>
          </a:p>
          <a:p>
            <a:r>
              <a:rPr lang="en-GB" dirty="0"/>
              <a:t>HLS-based design significantly improves productivity by raising the abstraction level, but performance depends on how well the design is optimized.</a:t>
            </a:r>
          </a:p>
          <a:p>
            <a:r>
              <a:rPr lang="en-GB" dirty="0"/>
              <a:t>If you look at the figure, it visualizes this trade-off.</a:t>
            </a:r>
            <a:br>
              <a:rPr lang="en-GB" dirty="0"/>
            </a:br>
            <a:r>
              <a:rPr lang="en-GB" dirty="0"/>
              <a:t>HDL sits on the side of high control and high performance, while HLS shifts toward higher productivity.</a:t>
            </a:r>
          </a:p>
          <a:p>
            <a:r>
              <a:rPr lang="en-GB" dirty="0"/>
              <a:t>So the key idea is </a:t>
            </a:r>
            <a:r>
              <a:rPr lang="en-GB" b="1" dirty="0"/>
              <a:t>abstraction versus control</a:t>
            </a:r>
            <a:r>
              <a:rPr lang="en-GB" dirty="0"/>
              <a:t>, not that one approach is always better than the other.”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55102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“When it comes to resource usage and power consumption, HDL gives designers direct control over hardware structures, which allows very efficient designs.</a:t>
            </a:r>
          </a:p>
          <a:p>
            <a:r>
              <a:rPr lang="en-GB" dirty="0"/>
              <a:t>HLS automates many of these decisions, which simplifies development, but can lead to higher area or power usage if not carefully guided.</a:t>
            </a:r>
          </a:p>
          <a:p>
            <a:r>
              <a:rPr lang="en-GB" dirty="0"/>
              <a:t>Verification also differs. HDL verification is signal-level and cycle-accurate, while HLS typically involves both algorithm-level and RTL-level verification.</a:t>
            </a:r>
          </a:p>
          <a:p>
            <a:r>
              <a:rPr lang="en-GB" dirty="0"/>
              <a:t>Both approaches are challenging, but in different ways.”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63784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“In practice, both HDL and HLS are used across many application domains.</a:t>
            </a:r>
          </a:p>
          <a:p>
            <a:r>
              <a:rPr lang="en-GB" dirty="0"/>
              <a:t>In </a:t>
            </a:r>
            <a:r>
              <a:rPr lang="en-GB" b="1" dirty="0"/>
              <a:t>digital signal processing</a:t>
            </a:r>
            <a:r>
              <a:rPr lang="en-GB" dirty="0"/>
              <a:t>, such as FFTs and FIR filters, HDL is often used when strict timing is required, while HLS is useful for exploring throughput and area trade-offs.</a:t>
            </a:r>
          </a:p>
          <a:p>
            <a:r>
              <a:rPr lang="en-GB" dirty="0"/>
              <a:t>In </a:t>
            </a:r>
            <a:r>
              <a:rPr lang="en-GB" b="1" dirty="0"/>
              <a:t>image and video processing</a:t>
            </a:r>
            <a:r>
              <a:rPr lang="en-GB" dirty="0"/>
              <a:t>, HLS maps well to streaming pipelines, while HDL is commonly used for control logic and memory interfaces.</a:t>
            </a:r>
          </a:p>
          <a:p>
            <a:r>
              <a:rPr lang="en-GB" dirty="0"/>
              <a:t>In </a:t>
            </a:r>
            <a:r>
              <a:rPr lang="en-GB" b="1" dirty="0"/>
              <a:t>machine learning acceleration</a:t>
            </a:r>
            <a:r>
              <a:rPr lang="en-GB" dirty="0"/>
              <a:t>, HLS is popular for algorithmic kernels, but HDL is still important for performance-critical components.</a:t>
            </a:r>
          </a:p>
          <a:p>
            <a:r>
              <a:rPr lang="en-GB" dirty="0"/>
              <a:t>HLS is also widely used for </a:t>
            </a:r>
            <a:r>
              <a:rPr lang="en-GB" b="1" dirty="0"/>
              <a:t>rapid prototyping</a:t>
            </a:r>
            <a:r>
              <a:rPr lang="en-GB" dirty="0"/>
              <a:t>, especially in research and early development.”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356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“In many real-world projects, hybrid design flows are becoming common.</a:t>
            </a:r>
          </a:p>
          <a:p>
            <a:r>
              <a:rPr lang="en-GB" dirty="0"/>
              <a:t>HLS is typically used for </a:t>
            </a:r>
            <a:r>
              <a:rPr lang="en-GB" b="1" dirty="0"/>
              <a:t>compute-intensive kernels</a:t>
            </a:r>
            <a:r>
              <a:rPr lang="en-GB" dirty="0"/>
              <a:t>, while HDL is used for </a:t>
            </a:r>
            <a:r>
              <a:rPr lang="en-GB" b="1" dirty="0"/>
              <a:t>control logic and interfaces</a:t>
            </a:r>
            <a:r>
              <a:rPr lang="en-GB" dirty="0"/>
              <a:t>.</a:t>
            </a:r>
          </a:p>
          <a:p>
            <a:r>
              <a:rPr lang="en-GB" dirty="0"/>
              <a:t>Looking ahead, future trends include </a:t>
            </a:r>
            <a:r>
              <a:rPr lang="en-GB" b="1" dirty="0"/>
              <a:t>AI-assisted synthesis</a:t>
            </a:r>
            <a:r>
              <a:rPr lang="en-GB" dirty="0"/>
              <a:t>, </a:t>
            </a:r>
            <a:r>
              <a:rPr lang="en-GB" b="1" dirty="0"/>
              <a:t>domain-specific HLS tools</a:t>
            </a:r>
            <a:r>
              <a:rPr lang="en-GB" dirty="0"/>
              <a:t>, and increasing use of </a:t>
            </a:r>
            <a:r>
              <a:rPr lang="en-GB" b="1" dirty="0"/>
              <a:t>heterogeneous computing</a:t>
            </a:r>
            <a:r>
              <a:rPr lang="en-GB" dirty="0"/>
              <a:t>, where CPUs, GPUs, and FPGAs work together.</a:t>
            </a:r>
          </a:p>
          <a:p>
            <a:r>
              <a:rPr lang="en-GB" dirty="0"/>
              <a:t>These trends further strengthen the role of HLS as a bridge between software and hardware.”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89263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“To conclude, HDL-based design remains essential for applications that require maximum performance, predictable timing, and precise control.</a:t>
            </a:r>
          </a:p>
          <a:p>
            <a:r>
              <a:rPr lang="en-GB" dirty="0"/>
              <a:t>High-Level Synthesis significantly improves productivity and flexibility, especially for algorithm-driven designs, but still requires hardware-aware optimization.</a:t>
            </a:r>
          </a:p>
          <a:p>
            <a:r>
              <a:rPr lang="en-GB" dirty="0"/>
              <a:t>Rather than replacing HDL, HLS complements it, and modern FPGA design increasingly relies on combining both approaches.”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6B33C-D3DA-472F-A152-B2A85DA6E3F7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0213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060F-60E7-48D3-A792-5B543D78A1ED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61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61B4-03C9-4625-9FD8-830E8CAC2884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0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6CFA4-CF23-444A-80DD-FF324437FA4A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5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F923-B7DC-4042-9486-99BBF6BD2EBA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9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4EAB-A4CB-4C5B-8F99-D1FD0B34F3D1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1B27A-93A2-4CD4-AF98-DC0E819C8755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6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9F116-82E4-412B-9109-38FAE749DB54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17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9543-8834-4368-A521-121E231BD165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9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48212-A45E-42BC-B8D4-9BDBEEED2A17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9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DD9AE-5AAF-4713-8991-F73918213360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9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7C0DA-F0BE-410A-9DDA-818AC487DBB4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40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CFEBB-23DA-445E-94D5-DEAD62A573AC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28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432FE-28A9-4BB9-9592-D483F2E350DC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59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42C9-7F3E-436E-9189-E218A949F577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93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E4B1E-A0FE-4C82-8B4D-B17F1F3465C6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41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B84-F06F-4867-86AF-87039B1A7522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2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52C04-1BFE-47DD-912F-14A317C79F4F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4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C8EF6B9-AF48-41AF-AF1E-8AD5CCC5FD02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76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17.jpg"/><Relationship Id="rId9" Type="http://schemas.microsoft.com/office/2007/relationships/diagramDrawing" Target="../diagrams/drawin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22.jpg"/><Relationship Id="rId9" Type="http://schemas.microsoft.com/office/2007/relationships/diagramDrawing" Target="../diagrams/drawin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1B72-8F3C-18A4-7E34-F30DCC67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/>
              <a:t>Comparison of HLS vs HDL in FPGA Design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E70646-1190-CC07-DF4B-BC4E3A040142}"/>
              </a:ext>
            </a:extLst>
          </p:cNvPr>
          <p:cNvSpPr txBox="1"/>
          <p:nvPr/>
        </p:nvSpPr>
        <p:spPr>
          <a:xfrm>
            <a:off x="2719546" y="4837343"/>
            <a:ext cx="6752908" cy="109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/>
              <a:t>Pisula Mayan Guruge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839BE-1908-E378-17FB-508C3B98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06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40"/>
    </mc:Choice>
    <mc:Fallback>
      <p:transition spd="slow" advTm="284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20ACC8-5785-EACF-51DD-23A930C24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/>
              <a:t>What is the FPGA Design Flow?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44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91626-23C2-64FB-91A7-EB7B08108E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727" y="672680"/>
            <a:ext cx="1937447" cy="520821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84057-E452-EC32-7804-E447817E1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41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669"/>
    </mc:Choice>
    <mc:Fallback>
      <p:transition spd="slow" advTm="6566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2560D-46F3-D729-83F7-14818534D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GB"/>
              <a:t>Abstraction Levels in FPGA Design</a:t>
            </a:r>
            <a:endParaRPr lang="en-DE"/>
          </a:p>
        </p:txBody>
      </p:sp>
      <p:graphicFrame>
        <p:nvGraphicFramePr>
          <p:cNvPr id="23" name="Rectangle 1">
            <a:extLst>
              <a:ext uri="{FF2B5EF4-FFF2-40B4-BE49-F238E27FC236}">
                <a16:creationId xmlns:a16="http://schemas.microsoft.com/office/drawing/2014/main" id="{01C1E41A-75B8-1A09-72D8-AE8D59386B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1728704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9678D6-9BE7-3AE7-62E4-993E119C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1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890"/>
    </mc:Choice>
    <mc:Fallback>
      <p:transition spd="slow" advTm="3889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DEA9-F8EE-1DD3-2C07-38B8B63B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GB" sz="4400" dirty="0"/>
              <a:t>HDL-Based FPGA Design Flow</a:t>
            </a:r>
            <a:endParaRPr lang="en-DE" sz="4400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A7E0237-AE82-3B01-5279-C67ED1987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3492477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26407-17E9-96A1-8FCD-55A4022E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04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864"/>
    </mc:Choice>
    <mc:Fallback>
      <p:transition spd="slow" advTm="3386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6712-16B2-AC3F-D57F-79E34B602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5" y="4818017"/>
            <a:ext cx="9742318" cy="1384980"/>
          </a:xfrm>
        </p:spPr>
        <p:txBody>
          <a:bodyPr>
            <a:normAutofit/>
          </a:bodyPr>
          <a:lstStyle/>
          <a:p>
            <a:r>
              <a:rPr lang="en-GB" dirty="0"/>
              <a:t>Limitations of HDL-Based Design</a:t>
            </a:r>
            <a:endParaRPr lang="en-DE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FC40371-D375-6A62-A616-292FAE7974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6423784"/>
              </p:ext>
            </p:extLst>
          </p:nvPr>
        </p:nvGraphicFramePr>
        <p:xfrm>
          <a:off x="2410690" y="1360081"/>
          <a:ext cx="8926079" cy="2909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693687-0B25-E798-BF9F-FFCBCAA9B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5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831"/>
    </mc:Choice>
    <mc:Fallback>
      <p:transition spd="slow" advTm="5083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9109-C238-95D2-5BB6-9B8155296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034" y="905933"/>
            <a:ext cx="6481989" cy="965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200" dirty="0"/>
              <a:t>High-Level Synthesis (HLS) Overview</a:t>
            </a:r>
            <a:endParaRPr lang="en-DE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8C87C-056A-5397-2E57-E4E96B3C97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677"/>
          <a:stretch>
            <a:fillRect/>
          </a:stretch>
        </p:blipFill>
        <p:spPr>
          <a:xfrm>
            <a:off x="1641021" y="1069522"/>
            <a:ext cx="3102428" cy="4721678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89B02C0F-E27B-61A7-BA4E-E7342BAB3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549337"/>
              </p:ext>
            </p:extLst>
          </p:nvPr>
        </p:nvGraphicFramePr>
        <p:xfrm>
          <a:off x="5021035" y="1998133"/>
          <a:ext cx="6481987" cy="3793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F9045-C189-CE54-F260-EE5B25B8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99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281"/>
    </mc:Choice>
    <mc:Fallback>
      <p:transition spd="slow" advTm="6628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7111E-7AE0-2A7E-79FC-FA32551D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910" y="1023257"/>
            <a:ext cx="3235083" cy="4767943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GB">
                <a:solidFill>
                  <a:srgbClr val="000000"/>
                </a:solidFill>
              </a:rPr>
              <a:t>Advantages &amp; Challenges of HLS</a:t>
            </a:r>
            <a:endParaRPr lang="en-DE">
              <a:solidFill>
                <a:srgbClr val="00000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8A2EA-C713-433C-C2D4-5C2C06FFC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3931" y="605839"/>
            <a:ext cx="6523186" cy="560277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800" b="1" dirty="0"/>
              <a:t>Advantages:</a:t>
            </a:r>
            <a:endParaRPr lang="en-GB" sz="2800" dirty="0"/>
          </a:p>
          <a:p>
            <a:r>
              <a:rPr lang="en-GB" dirty="0"/>
              <a:t>High productivity</a:t>
            </a:r>
          </a:p>
          <a:p>
            <a:r>
              <a:rPr lang="en-GB" dirty="0"/>
              <a:t>Rapid prototyping</a:t>
            </a:r>
          </a:p>
          <a:p>
            <a:r>
              <a:rPr lang="en-GB" dirty="0"/>
              <a:t>Easy design space exploration</a:t>
            </a:r>
          </a:p>
          <a:p>
            <a:pPr marL="0" indent="0">
              <a:buNone/>
            </a:pPr>
            <a:endParaRPr lang="en-GB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sz="2800" b="1" dirty="0"/>
              <a:t>Challenges:</a:t>
            </a:r>
            <a:endParaRPr lang="en-GB" sz="2800" dirty="0"/>
          </a:p>
          <a:p>
            <a:r>
              <a:rPr lang="en-GB" dirty="0" err="1"/>
              <a:t>QoR</a:t>
            </a:r>
            <a:r>
              <a:rPr lang="en-GB" dirty="0"/>
              <a:t> predictability</a:t>
            </a:r>
          </a:p>
          <a:p>
            <a:r>
              <a:rPr lang="en-GB" dirty="0"/>
              <a:t>Debugging generated RTL</a:t>
            </a:r>
          </a:p>
          <a:p>
            <a:r>
              <a:rPr lang="en-GB" dirty="0"/>
              <a:t>Hardware knowledge still required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0D25D6-7E4F-01F6-7A88-8E5CAFEF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39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386"/>
    </mc:Choice>
    <mc:Fallback>
      <p:transition spd="slow" advTm="3638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63336871-0118-4F6E-8DBD-20AEFC62A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6306" y="1"/>
            <a:ext cx="445569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3DB0B-FBE7-6B0B-57B4-982A6407A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1379" y="1125728"/>
            <a:ext cx="3020608" cy="4922647"/>
          </a:xfrm>
        </p:spPr>
        <p:txBody>
          <a:bodyPr>
            <a:normAutofit/>
          </a:bodyPr>
          <a:lstStyle/>
          <a:p>
            <a:r>
              <a:rPr lang="en-GB" sz="3100" dirty="0">
                <a:solidFill>
                  <a:srgbClr val="000000"/>
                </a:solidFill>
              </a:rPr>
              <a:t>Comparative Analysis Overview</a:t>
            </a:r>
            <a:endParaRPr lang="en-DE" sz="3100" dirty="0">
              <a:solidFill>
                <a:srgbClr val="000000"/>
              </a:solidFill>
            </a:endParaRPr>
          </a:p>
        </p:txBody>
      </p:sp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F03CC8D0-33AF-417F-8454-1FDB6C22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9032100" cy="6858000"/>
          </a:xfrm>
          <a:custGeom>
            <a:avLst/>
            <a:gdLst>
              <a:gd name="connsiteX0" fmla="*/ 7891921 w 9032100"/>
              <a:gd name="connsiteY0" fmla="*/ 1602751 h 6858000"/>
              <a:gd name="connsiteX1" fmla="*/ 9032100 w 9032100"/>
              <a:gd name="connsiteY1" fmla="*/ 0 h 6858000"/>
              <a:gd name="connsiteX2" fmla="*/ 7880182 w 9032100"/>
              <a:gd name="connsiteY2" fmla="*/ 0 h 6858000"/>
              <a:gd name="connsiteX3" fmla="*/ 7880182 w 9032100"/>
              <a:gd name="connsiteY3" fmla="*/ 1528762 h 6858000"/>
              <a:gd name="connsiteX4" fmla="*/ 7880182 w 9032100"/>
              <a:gd name="connsiteY4" fmla="*/ 6858000 h 6858000"/>
              <a:gd name="connsiteX5" fmla="*/ 8725712 w 9032100"/>
              <a:gd name="connsiteY5" fmla="*/ 6858000 h 6858000"/>
              <a:gd name="connsiteX6" fmla="*/ 7891921 w 9032100"/>
              <a:gd name="connsiteY6" fmla="*/ 1602751 h 6858000"/>
              <a:gd name="connsiteX7" fmla="*/ 7880182 w 9032100"/>
              <a:gd name="connsiteY7" fmla="*/ 1619252 h 6858000"/>
              <a:gd name="connsiteX8" fmla="*/ 0 w 9032100"/>
              <a:gd name="connsiteY8" fmla="*/ 6858000 h 6858000"/>
              <a:gd name="connsiteX9" fmla="*/ 7880181 w 9032100"/>
              <a:gd name="connsiteY9" fmla="*/ 6858000 h 6858000"/>
              <a:gd name="connsiteX10" fmla="*/ 7880181 w 9032100"/>
              <a:gd name="connsiteY10" fmla="*/ 0 h 6858000"/>
              <a:gd name="connsiteX11" fmla="*/ 0 w 9032100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32100" h="6858000">
                <a:moveTo>
                  <a:pt x="7891921" y="1602751"/>
                </a:moveTo>
                <a:lnTo>
                  <a:pt x="9032100" y="0"/>
                </a:lnTo>
                <a:lnTo>
                  <a:pt x="7880182" y="0"/>
                </a:lnTo>
                <a:lnTo>
                  <a:pt x="7880182" y="1528762"/>
                </a:lnTo>
                <a:close/>
                <a:moveTo>
                  <a:pt x="7880182" y="6858000"/>
                </a:moveTo>
                <a:lnTo>
                  <a:pt x="8725712" y="6858000"/>
                </a:lnTo>
                <a:lnTo>
                  <a:pt x="7891921" y="1602751"/>
                </a:lnTo>
                <a:lnTo>
                  <a:pt x="7880182" y="1619252"/>
                </a:lnTo>
                <a:close/>
                <a:moveTo>
                  <a:pt x="0" y="6858000"/>
                </a:moveTo>
                <a:lnTo>
                  <a:pt x="7880181" y="6858000"/>
                </a:lnTo>
                <a:lnTo>
                  <a:pt x="7880181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5A08A69-9EE1-4A9E-96B6-D769D87C2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42667" y="0"/>
            <a:ext cx="2436813" cy="6858001"/>
            <a:chOff x="1320800" y="0"/>
            <a:chExt cx="2436813" cy="6858001"/>
          </a:xfrm>
        </p:grpSpPr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4E4F433A-15D2-423F-8739-13AEA4E47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4021F900-DEF3-4537-92E5-C37ECB7AE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653620E7-B03C-48E2-8561-FCA918F8D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108701B4-8FEE-43D1-9954-9C064D75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99E0FE54-1668-4AD5-9242-892A6323B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75498FE5-B57D-4FD9-81E0-4E1CB65C0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</p:grpSp>
      <p:graphicFrame>
        <p:nvGraphicFramePr>
          <p:cNvPr id="33" name="Rectangle 1">
            <a:extLst>
              <a:ext uri="{FF2B5EF4-FFF2-40B4-BE49-F238E27FC236}">
                <a16:creationId xmlns:a16="http://schemas.microsoft.com/office/drawing/2014/main" id="{C7266B5D-A72A-F968-8257-91B0ABF23A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997171"/>
              </p:ext>
            </p:extLst>
          </p:nvPr>
        </p:nvGraphicFramePr>
        <p:xfrm>
          <a:off x="643467" y="643468"/>
          <a:ext cx="6749521" cy="5239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176168-0560-7047-85C2-BEC98DB46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32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D309-35A4-B9FF-3552-A2469D797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3064" y="365166"/>
            <a:ext cx="10018713" cy="1190501"/>
          </a:xfrm>
        </p:spPr>
        <p:txBody>
          <a:bodyPr>
            <a:normAutofit/>
          </a:bodyPr>
          <a:lstStyle/>
          <a:p>
            <a:r>
              <a:rPr lang="en-GB" dirty="0"/>
              <a:t>Productivity vs Performance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1322CE-513D-84F0-78E2-697C4EF82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064" y="1672162"/>
            <a:ext cx="4118467" cy="4202518"/>
          </a:xfrm>
          <a:prstGeom prst="roundRect">
            <a:avLst>
              <a:gd name="adj" fmla="val 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6F45A8A-D73E-3929-5685-05540268AC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967941"/>
              </p:ext>
            </p:extLst>
          </p:nvPr>
        </p:nvGraphicFramePr>
        <p:xfrm>
          <a:off x="6135090" y="2049482"/>
          <a:ext cx="5486687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5E18C-48A6-00C6-4B80-B81ADF95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01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aph">
            <a:extLst>
              <a:ext uri="{FF2B5EF4-FFF2-40B4-BE49-F238E27FC236}">
                <a16:creationId xmlns:a16="http://schemas.microsoft.com/office/drawing/2014/main" id="{7F08FF3B-DAEE-E31F-8FF0-779302E0F5D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alphaModFix amt="21000"/>
          </a:blip>
          <a:srcRect t="6357" b="36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CE44BAAA-0355-4DE7-A0FE-B7F21F18A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881F11E1-3B50-4A51-992E-148EA526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10E700E6-F178-46CD-A8F7-C7105888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5" name="Freeform 8">
              <a:extLst>
                <a:ext uri="{FF2B5EF4-FFF2-40B4-BE49-F238E27FC236}">
                  <a16:creationId xmlns:a16="http://schemas.microsoft.com/office/drawing/2014/main" id="{76DA14BF-8092-436D-9DA3-C6E098F98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6" name="Freeform 9">
              <a:extLst>
                <a:ext uri="{FF2B5EF4-FFF2-40B4-BE49-F238E27FC236}">
                  <a16:creationId xmlns:a16="http://schemas.microsoft.com/office/drawing/2014/main" id="{97EEEB8A-6EE6-421C-BF9F-D7AC6A4E3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0910DC29-86B5-4496-8762-C0124016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8" name="Freeform 11">
              <a:extLst>
                <a:ext uri="{FF2B5EF4-FFF2-40B4-BE49-F238E27FC236}">
                  <a16:creationId xmlns:a16="http://schemas.microsoft.com/office/drawing/2014/main" id="{4F0484A8-90CF-4948-A538-103F963D2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B59AFC-9AD0-0455-7781-6064B5A0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>
            <a:normAutofit/>
          </a:bodyPr>
          <a:lstStyle/>
          <a:p>
            <a:r>
              <a:rPr lang="en-GB" dirty="0"/>
              <a:t>Resource, Power &amp; Verification</a:t>
            </a:r>
            <a:endParaRPr lang="en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72439A-7FF1-D3D5-1A25-27DDEF6889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666999"/>
            <a:ext cx="10018713" cy="31242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DE" altLang="en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HDL: optimal resource &amp; power control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DE" altLang="en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HLS: faster exploration, possible area overhead</a:t>
            </a:r>
            <a:endParaRPr kumimoji="0" lang="en-GB" altLang="en-DE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endParaRPr kumimoji="0" lang="en-DE" altLang="en-DE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DE" altLang="en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Verification: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DE" altLang="en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HDL → signal-level debugging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DE" altLang="en-DE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HLS → multi-level verification complexity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DE" altLang="en-DE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AD430-D316-57FC-F863-5A0D123E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15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63336871-0118-4F6E-8DBD-20AEFC62A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6306" y="1"/>
            <a:ext cx="445569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F9E55-91D7-6868-5F1A-12777FE3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69" y="831273"/>
            <a:ext cx="3170711" cy="5700155"/>
          </a:xfrm>
        </p:spPr>
        <p:txBody>
          <a:bodyPr>
            <a:normAutofit/>
          </a:bodyPr>
          <a:lstStyle/>
          <a:p>
            <a:r>
              <a:rPr lang="en-GB" sz="3700" dirty="0">
                <a:solidFill>
                  <a:srgbClr val="000000"/>
                </a:solidFill>
              </a:rPr>
              <a:t>Application Areas</a:t>
            </a:r>
            <a:endParaRPr lang="en-DE" sz="3700" dirty="0">
              <a:solidFill>
                <a:srgbClr val="000000"/>
              </a:solidFill>
            </a:endParaRPr>
          </a:p>
        </p:txBody>
      </p:sp>
      <p:sp useBgFill="1">
        <p:nvSpPr>
          <p:cNvPr id="88" name="Freeform: Shape 87">
            <a:extLst>
              <a:ext uri="{FF2B5EF4-FFF2-40B4-BE49-F238E27FC236}">
                <a16:creationId xmlns:a16="http://schemas.microsoft.com/office/drawing/2014/main" id="{F03CC8D0-33AF-417F-8454-1FDB6C22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9032100" cy="6858000"/>
          </a:xfrm>
          <a:custGeom>
            <a:avLst/>
            <a:gdLst>
              <a:gd name="connsiteX0" fmla="*/ 7891921 w 9032100"/>
              <a:gd name="connsiteY0" fmla="*/ 1602751 h 6858000"/>
              <a:gd name="connsiteX1" fmla="*/ 9032100 w 9032100"/>
              <a:gd name="connsiteY1" fmla="*/ 0 h 6858000"/>
              <a:gd name="connsiteX2" fmla="*/ 7880182 w 9032100"/>
              <a:gd name="connsiteY2" fmla="*/ 0 h 6858000"/>
              <a:gd name="connsiteX3" fmla="*/ 7880182 w 9032100"/>
              <a:gd name="connsiteY3" fmla="*/ 1528762 h 6858000"/>
              <a:gd name="connsiteX4" fmla="*/ 7880182 w 9032100"/>
              <a:gd name="connsiteY4" fmla="*/ 6858000 h 6858000"/>
              <a:gd name="connsiteX5" fmla="*/ 8725712 w 9032100"/>
              <a:gd name="connsiteY5" fmla="*/ 6858000 h 6858000"/>
              <a:gd name="connsiteX6" fmla="*/ 7891921 w 9032100"/>
              <a:gd name="connsiteY6" fmla="*/ 1602751 h 6858000"/>
              <a:gd name="connsiteX7" fmla="*/ 7880182 w 9032100"/>
              <a:gd name="connsiteY7" fmla="*/ 1619252 h 6858000"/>
              <a:gd name="connsiteX8" fmla="*/ 0 w 9032100"/>
              <a:gd name="connsiteY8" fmla="*/ 6858000 h 6858000"/>
              <a:gd name="connsiteX9" fmla="*/ 7880181 w 9032100"/>
              <a:gd name="connsiteY9" fmla="*/ 6858000 h 6858000"/>
              <a:gd name="connsiteX10" fmla="*/ 7880181 w 9032100"/>
              <a:gd name="connsiteY10" fmla="*/ 0 h 6858000"/>
              <a:gd name="connsiteX11" fmla="*/ 0 w 9032100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32100" h="6858000">
                <a:moveTo>
                  <a:pt x="7891921" y="1602751"/>
                </a:moveTo>
                <a:lnTo>
                  <a:pt x="9032100" y="0"/>
                </a:lnTo>
                <a:lnTo>
                  <a:pt x="7880182" y="0"/>
                </a:lnTo>
                <a:lnTo>
                  <a:pt x="7880182" y="1528762"/>
                </a:lnTo>
                <a:close/>
                <a:moveTo>
                  <a:pt x="7880182" y="6858000"/>
                </a:moveTo>
                <a:lnTo>
                  <a:pt x="8725712" y="6858000"/>
                </a:lnTo>
                <a:lnTo>
                  <a:pt x="7891921" y="1602751"/>
                </a:lnTo>
                <a:lnTo>
                  <a:pt x="7880182" y="1619252"/>
                </a:lnTo>
                <a:close/>
                <a:moveTo>
                  <a:pt x="0" y="6858000"/>
                </a:moveTo>
                <a:lnTo>
                  <a:pt x="7880181" y="6858000"/>
                </a:lnTo>
                <a:lnTo>
                  <a:pt x="7880181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5A08A69-9EE1-4A9E-96B6-D769D87C2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42667" y="0"/>
            <a:ext cx="2436813" cy="6858001"/>
            <a:chOff x="1320800" y="0"/>
            <a:chExt cx="2436813" cy="6858001"/>
          </a:xfrm>
        </p:grpSpPr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4E4F433A-15D2-423F-8739-13AEA4E47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91" name="Freeform 7">
              <a:extLst>
                <a:ext uri="{FF2B5EF4-FFF2-40B4-BE49-F238E27FC236}">
                  <a16:creationId xmlns:a16="http://schemas.microsoft.com/office/drawing/2014/main" id="{4021F900-DEF3-4537-92E5-C37ECB7AE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92" name="Freeform 8">
              <a:extLst>
                <a:ext uri="{FF2B5EF4-FFF2-40B4-BE49-F238E27FC236}">
                  <a16:creationId xmlns:a16="http://schemas.microsoft.com/office/drawing/2014/main" id="{653620E7-B03C-48E2-8561-FCA918F8D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93" name="Freeform 9">
              <a:extLst>
                <a:ext uri="{FF2B5EF4-FFF2-40B4-BE49-F238E27FC236}">
                  <a16:creationId xmlns:a16="http://schemas.microsoft.com/office/drawing/2014/main" id="{108701B4-8FEE-43D1-9954-9C064D75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84" name="Freeform 10">
              <a:extLst>
                <a:ext uri="{FF2B5EF4-FFF2-40B4-BE49-F238E27FC236}">
                  <a16:creationId xmlns:a16="http://schemas.microsoft.com/office/drawing/2014/main" id="{99E0FE54-1668-4AD5-9242-892A6323B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94" name="Freeform 11">
              <a:extLst>
                <a:ext uri="{FF2B5EF4-FFF2-40B4-BE49-F238E27FC236}">
                  <a16:creationId xmlns:a16="http://schemas.microsoft.com/office/drawing/2014/main" id="{75498FE5-B57D-4FD9-81E0-4E1CB65C0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</p:grpSp>
      <p:graphicFrame>
        <p:nvGraphicFramePr>
          <p:cNvPr id="55" name="Rectangle 1">
            <a:extLst>
              <a:ext uri="{FF2B5EF4-FFF2-40B4-BE49-F238E27FC236}">
                <a16:creationId xmlns:a16="http://schemas.microsoft.com/office/drawing/2014/main" id="{79F91DB1-C98E-811F-5FEE-FB5F2A2145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845830"/>
              </p:ext>
            </p:extLst>
          </p:nvPr>
        </p:nvGraphicFramePr>
        <p:xfrm>
          <a:off x="643467" y="643468"/>
          <a:ext cx="6749521" cy="5239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6C2A89-2620-4A54-9157-403354E9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0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1681B0-DAAF-32D2-D507-60FC647BB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Hybrid Design Flows &amp; Future Trends</a:t>
            </a:r>
            <a:endParaRPr lang="en-DE">
              <a:solidFill>
                <a:srgbClr val="FFFFFF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5066A9A-1CFF-D337-CB84-C8F2450D1E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909031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767BAB-E132-84B8-0B00-A6DDEDEC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2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1D927-95A5-5BD0-A314-AD186219E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Conclusion</a:t>
            </a:r>
            <a:endParaRPr lang="en-DE">
              <a:solidFill>
                <a:srgbClr val="FFFF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E05155-6611-D69B-A994-F75BB4B960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442733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84063-B60A-2E6E-DAA4-D044B9D4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7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DE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DE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DE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DE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57307-7A06-BD03-F345-7C67F1EB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/>
              <a:t>Thank 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95AC2-1F65-7D90-D4E5-5659C8D1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02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4BC6-0572-A933-0FAB-EE2613859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188522"/>
            <a:ext cx="10018713" cy="834242"/>
          </a:xfrm>
        </p:spPr>
        <p:txBody>
          <a:bodyPr/>
          <a:lstStyle/>
          <a:p>
            <a:r>
              <a:rPr lang="en-GB" dirty="0"/>
              <a:t>References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B5236-0D36-2E11-9249-A5DC8BA73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5568" y="1757549"/>
            <a:ext cx="10018713" cy="461554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600" dirty="0"/>
              <a:t>[1] D. C. </a:t>
            </a:r>
            <a:r>
              <a:rPr lang="en-GB" sz="1600" dirty="0" err="1"/>
              <a:t>Zissulescu</a:t>
            </a:r>
            <a:r>
              <a:rPr lang="en-GB" sz="1600" dirty="0"/>
              <a:t> et al., “Raising the Level of Abstraction in FPGA Design,” IEEE Design &amp; Test, vol. 35, no. 2, pp. 8–17, Apr. 2018.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[2] J. Cong and Z. Zhang, “An Efficient and Versatile Scheduling Algorithm Based on SDC Formulation,” IEEE Transactions on Computer-Aided Design of Integrated Circuits and Systems, vol. 25, no. 1, pp. 1–12, Jan. </a:t>
            </a:r>
            <a:r>
              <a:rPr lang="en-DE" sz="1600" dirty="0"/>
              <a:t>2006.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[3] S. Hauck and A. DeHon, Reconfigurable Computing: The Theory and Practice of FPGA-Based Computation, IEEE Press, 2008.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[4] R. Tessier and W. Burleson, “Reconfigurable Computing for Digital </a:t>
            </a:r>
            <a:r>
              <a:rPr lang="it-IT" sz="1600" dirty="0"/>
              <a:t>Signal Processing,” IEEE Signal Processing Magazine, vol. 18, no. 3, </a:t>
            </a:r>
            <a:r>
              <a:rPr lang="en-GB" sz="1600" dirty="0"/>
              <a:t>pp. 24–38, May 2001.</a:t>
            </a:r>
          </a:p>
          <a:p>
            <a:pPr>
              <a:lnSpc>
                <a:spcPct val="150000"/>
              </a:lnSpc>
            </a:pPr>
            <a:r>
              <a:rPr lang="nb-NO" sz="1600" dirty="0"/>
              <a:t>[5] J. Bhasker, A SystemC Primer, IEEE Press, 2004.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[6] A. K. Verma and P. </a:t>
            </a:r>
            <a:r>
              <a:rPr lang="en-GB" sz="1600" dirty="0" err="1"/>
              <a:t>Ienne</a:t>
            </a:r>
            <a:r>
              <a:rPr lang="en-GB" sz="1600" dirty="0"/>
              <a:t>, “Improved Use of DSP Blocks in </a:t>
            </a:r>
            <a:r>
              <a:rPr lang="en-GB" sz="1600" dirty="0" err="1"/>
              <a:t>FPGABased</a:t>
            </a:r>
            <a:r>
              <a:rPr lang="en-GB" sz="1600" dirty="0"/>
              <a:t> Soft Processors,” IEEE Transactions on VLSI Systems, vol. 18, no. 3, pp. 450–463, Mar. 2010..</a:t>
            </a:r>
            <a:endParaRPr lang="en-DE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AE872-C476-CD9F-0951-F09AB798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93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FFEF-C909-26BE-73A2-C62137E2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97972"/>
            <a:ext cx="10018713" cy="1107374"/>
          </a:xfrm>
        </p:spPr>
        <p:txBody>
          <a:bodyPr/>
          <a:lstStyle/>
          <a:p>
            <a:r>
              <a:rPr lang="en-GB" dirty="0"/>
              <a:t>References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86B8F-2DC3-99E3-3211-A211C8F92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205346"/>
            <a:ext cx="10707689" cy="5296395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1700" dirty="0"/>
              <a:t>[7] J. Cong et al., “High-Level Synthesis for FPGAs: From Prototyping to Deployment,” IEEE Transactions on Computer-Aided Design of Integrated Circuits and Systems, vol. 30, no. 4, pp. 473–491, Apr. 2011.</a:t>
            </a:r>
          </a:p>
          <a:p>
            <a:pPr>
              <a:lnSpc>
                <a:spcPct val="170000"/>
              </a:lnSpc>
            </a:pPr>
            <a:r>
              <a:rPr lang="en-GB" sz="1700" dirty="0"/>
              <a:t>[8] S. Gupta et al., “SPARK: A High-Level Synthesis Framework for Applying Parallelizing Compiler Transformations,” IEEE Transactions on Computer-Aided Design, vol. 22, no. 3, pp. 281–295, Mar. 2003.</a:t>
            </a:r>
          </a:p>
          <a:p>
            <a:pPr>
              <a:lnSpc>
                <a:spcPct val="170000"/>
              </a:lnSpc>
            </a:pPr>
            <a:r>
              <a:rPr lang="en-GB" sz="1700" dirty="0"/>
              <a:t>[9] J. Cong and Y. Zou, “FPGA-Based Hardware Acceleration of Machine Learning Algorithms,” IEEE Micro, vol. 39, no. 4, pp. 19–28, Jul. 2019.</a:t>
            </a:r>
          </a:p>
          <a:p>
            <a:pPr>
              <a:lnSpc>
                <a:spcPct val="170000"/>
              </a:lnSpc>
            </a:pPr>
            <a:r>
              <a:rPr lang="en-GB" sz="1700" dirty="0"/>
              <a:t>[10] P. Coussy and A. Morawiec, High-Level Synthesis: From Algorithm to Digital Circuit, Springer / IEEE, 2008.</a:t>
            </a:r>
          </a:p>
          <a:p>
            <a:pPr>
              <a:lnSpc>
                <a:spcPct val="170000"/>
              </a:lnSpc>
            </a:pPr>
            <a:r>
              <a:rPr lang="en-GB" sz="1700" dirty="0"/>
              <a:t>[11] S. L. Harris and D. M. Harris, Digital Design and Computer Architecture: ARM Edition, Morgan Kaufmann, 2016.</a:t>
            </a:r>
          </a:p>
          <a:p>
            <a:pPr>
              <a:lnSpc>
                <a:spcPct val="170000"/>
              </a:lnSpc>
            </a:pPr>
            <a:r>
              <a:rPr lang="en-GB" sz="1700" dirty="0"/>
              <a:t>[12] X. Yang, Integrated Circuit Design: IC Design Flow and Project-Based Learning, Springer, 2020</a:t>
            </a:r>
            <a:endParaRPr lang="en-DE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BDE06-721A-92C3-6F13-5730A9AD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356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671</TotalTime>
  <Words>2003</Words>
  <Application>Microsoft Office PowerPoint</Application>
  <PresentationFormat>Widescreen</PresentationFormat>
  <Paragraphs>165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Corbel</vt:lpstr>
      <vt:lpstr>Wingdings</vt:lpstr>
      <vt:lpstr>Parallax</vt:lpstr>
      <vt:lpstr>Comparison of HLS vs HDL in FPGA Design Flow</vt:lpstr>
      <vt:lpstr>What is the FPGA Design Flow?</vt:lpstr>
      <vt:lpstr>Abstraction Levels in FPGA Design</vt:lpstr>
      <vt:lpstr>HDL-Based FPGA Design Flow</vt:lpstr>
      <vt:lpstr>Limitations of HDL-Based Design</vt:lpstr>
      <vt:lpstr>High-Level Synthesis (HLS) Overview</vt:lpstr>
      <vt:lpstr>Advantages &amp; Challenges of HLS</vt:lpstr>
      <vt:lpstr>Comparative Analysis Overview</vt:lpstr>
      <vt:lpstr>Productivity vs Performance</vt:lpstr>
      <vt:lpstr>Resource, Power &amp; Verification</vt:lpstr>
      <vt:lpstr>Application Areas</vt:lpstr>
      <vt:lpstr>Hybrid Design Flows &amp; Future Trends</vt:lpstr>
      <vt:lpstr>Conclusion</vt:lpstr>
      <vt:lpstr>Thank  You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Pisulamayan Guruge</dc:creator>
  <cp:lastModifiedBy>Pisulamayan Guruge</cp:lastModifiedBy>
  <cp:revision>3</cp:revision>
  <dcterms:created xsi:type="dcterms:W3CDTF">2026-01-06T16:58:54Z</dcterms:created>
  <dcterms:modified xsi:type="dcterms:W3CDTF">2026-01-07T17:59:56Z</dcterms:modified>
</cp:coreProperties>
</file>